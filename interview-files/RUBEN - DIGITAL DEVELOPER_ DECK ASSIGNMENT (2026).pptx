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oboto Black"/>
      <p:bold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Roboto Medium"/>
      <p:regular r:id="rId22"/>
      <p:bold r:id="rId23"/>
      <p:italic r:id="rId24"/>
      <p:boldItalic r:id="rId25"/>
    </p:embeddedFont>
    <p:embeddedFont>
      <p:font typeface="Roboto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0" Type="http://schemas.openxmlformats.org/officeDocument/2006/relationships/font" Target="fonts/Roboto-italic.fntdata"/><Relationship Id="rId22" Type="http://schemas.openxmlformats.org/officeDocument/2006/relationships/font" Target="fonts/RobotoMedium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RobotoMedium-italic.fntdata"/><Relationship Id="rId23" Type="http://schemas.openxmlformats.org/officeDocument/2006/relationships/font" Target="fonts/RobotoMedium-bold.fntdata"/><Relationship Id="rId26" Type="http://schemas.openxmlformats.org/officeDocument/2006/relationships/font" Target="fonts/RobotoLight-regular.fntdata"/><Relationship Id="rId25" Type="http://schemas.openxmlformats.org/officeDocument/2006/relationships/font" Target="fonts/RobotoMedium-boldItalic.fntdata"/><Relationship Id="rId28" Type="http://schemas.openxmlformats.org/officeDocument/2006/relationships/font" Target="fonts/RobotoLight-italic.fntdata"/><Relationship Id="rId27" Type="http://schemas.openxmlformats.org/officeDocument/2006/relationships/font" Target="fonts/RobotoLight-bold.fntdata"/><Relationship Id="rId29" Type="http://schemas.openxmlformats.org/officeDocument/2006/relationships/font" Target="fonts/Roboto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Black-boldItalic.fntdata"/><Relationship Id="rId16" Type="http://schemas.openxmlformats.org/officeDocument/2006/relationships/font" Target="fonts/RobotoBlack-bold.fnt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fe6fc5e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fe6fc5e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8afd6c2813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8afd6c2813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WHITE TITLE SLIDE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afd6c2813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afd6c2813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TEXT AND ONE IMAGE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8afd6c2813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8afd6c2813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THREE IMAGES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8afd6c2813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8afd6c2813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bd6847b03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bd6847b03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d6847b03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bd6847b03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LARGE TEXT BOX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8afd6c2813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8afd6c2813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2b890e683b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2b890e683b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TEXT AND ONE IMAGE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32c8f6c13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32c8f6c13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b890e683b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b890e683b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WITH TEXT AND ONE IMAGE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ITE TITLE SLIDE GREEN TEXT">
  <p:cSld name="TITL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0" y="11430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0" y="4023360"/>
            <a:ext cx="91440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">
  <p:cSld name="SECTION_HEADER_7">
    <p:bg>
      <p:bgPr>
        <a:solidFill>
          <a:srgbClr val="000000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>
            <p:ph idx="2" type="pic"/>
          </p:nvPr>
        </p:nvSpPr>
        <p:spPr>
          <a:xfrm>
            <a:off x="0" y="-775"/>
            <a:ext cx="9144000" cy="5148000"/>
          </a:xfrm>
          <a:prstGeom prst="rect">
            <a:avLst/>
          </a:prstGeom>
          <a:noFill/>
          <a:ln>
            <a:noFill/>
          </a:ln>
        </p:spPr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0" y="11430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EXT TOP RIGHT">
  <p:cSld name="SECTION_HEADER_4"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0" y="0"/>
            <a:ext cx="9144000" cy="27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EXT TOP LEFT WITH SUBTITLE">
  <p:cSld name="SECTION_HEADER_4_2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5"/>
          <p:cNvSpPr txBox="1"/>
          <p:nvPr>
            <p:ph type="title"/>
          </p:nvPr>
        </p:nvSpPr>
        <p:spPr>
          <a:xfrm>
            <a:off x="0" y="0"/>
            <a:ext cx="91440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EXT LOWER RIGHT">
  <p:cSld name="SECTION_HEADER_4_1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0" y="2308250"/>
            <a:ext cx="9144000" cy="28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accent4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ITLE SLIDE SUBTITLE">
  <p:cSld name="SECTION_HEADER_1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7" name="Google Shape;27;p7"/>
          <p:cNvSpPr txBox="1"/>
          <p:nvPr>
            <p:ph idx="1" type="subTitle"/>
          </p:nvPr>
        </p:nvSpPr>
        <p:spPr>
          <a:xfrm>
            <a:off x="0" y="3429000"/>
            <a:ext cx="9144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 SLIDE SUBTITLE">
  <p:cSld name="SECTION_HEADER_1_3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0" y="3429000"/>
            <a:ext cx="9144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 SLIDE">
  <p:cSld name="SECTION_HEADER_1_3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NK TITLE SLIDE TEXT BOX">
  <p:cSld name="SECTION_HEADER_1_3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0" y="3429000"/>
            <a:ext cx="4572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 SLIDE TEXT BOX">
  <p:cSld name="SECTION_HEADER_1_3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0" y="3429000"/>
            <a:ext cx="4572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b="1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b="1"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b="1"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b="1"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b="1"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b="1"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●"/>
              <a:defRPr b="1"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○"/>
              <a:defRPr b="1"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■"/>
              <a:defRPr b="1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 SLIDE">
  <p:cSld name="SECTION_HEADER_1_3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ELLOW TITLE SLIDE SUBTITLE">
  <p:cSld name="SECTION_HEADER_1_3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idx="1" type="subTitle"/>
          </p:nvPr>
        </p:nvSpPr>
        <p:spPr>
          <a:xfrm>
            <a:off x="0" y="3429000"/>
            <a:ext cx="9144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ITLE SLIDE">
  <p:cSld name="SECTION_HEADER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EN TITLE SLIDE TEXT BOX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0" y="3429000"/>
            <a:ext cx="4572000" cy="102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●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○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Char char="■"/>
              <a:defRPr b="1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LARGE TEXT BOX">
  <p:cSld name="TITLE_AND_BODY_3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LARGE IMAGE">
  <p:cSld name="TITLE_AND_BODY_3_1_3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7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4" name="Google Shape;54;p17"/>
          <p:cNvSpPr/>
          <p:nvPr>
            <p:ph idx="2" type="pic"/>
          </p:nvPr>
        </p:nvSpPr>
        <p:spPr>
          <a:xfrm>
            <a:off x="0" y="1125850"/>
            <a:ext cx="9144000" cy="3785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TEXT BOXES">
  <p:cSld name="TITLE_AND_BODY_3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0" y="1139700"/>
            <a:ext cx="4572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0" y="1143000"/>
            <a:ext cx="4572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>
  <p:cSld name="TITLE_AND_BODY_3_1_1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0" y="0"/>
            <a:ext cx="9144000" cy="49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3 SECTIONS WITH SUB BOXES">
  <p:cSld name="TITLE_AND_BODY_3_1_1_2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09726" y="1139700"/>
            <a:ext cx="27747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3" name="Google Shape;63;p20"/>
          <p:cNvSpPr txBox="1"/>
          <p:nvPr>
            <p:ph idx="2" type="title"/>
          </p:nvPr>
        </p:nvSpPr>
        <p:spPr>
          <a:xfrm>
            <a:off x="3184649" y="1139700"/>
            <a:ext cx="27747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" name="Google Shape;64;p20"/>
          <p:cNvSpPr txBox="1"/>
          <p:nvPr>
            <p:ph idx="3" type="title"/>
          </p:nvPr>
        </p:nvSpPr>
        <p:spPr>
          <a:xfrm>
            <a:off x="6259574" y="1139700"/>
            <a:ext cx="27747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5" name="Google Shape;65;p20"/>
          <p:cNvSpPr txBox="1"/>
          <p:nvPr>
            <p:ph idx="4"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6" name="Google Shape;66;p20"/>
          <p:cNvSpPr txBox="1"/>
          <p:nvPr>
            <p:ph idx="1" type="subTitle"/>
          </p:nvPr>
        </p:nvSpPr>
        <p:spPr>
          <a:xfrm>
            <a:off x="113846" y="156362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5" type="subTitle"/>
          </p:nvPr>
        </p:nvSpPr>
        <p:spPr>
          <a:xfrm>
            <a:off x="113846" y="2023526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6" type="subTitle"/>
          </p:nvPr>
        </p:nvSpPr>
        <p:spPr>
          <a:xfrm>
            <a:off x="113863" y="2490076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9" name="Google Shape;69;p20"/>
          <p:cNvSpPr txBox="1"/>
          <p:nvPr>
            <p:ph idx="7" type="subTitle"/>
          </p:nvPr>
        </p:nvSpPr>
        <p:spPr>
          <a:xfrm>
            <a:off x="113846" y="2956626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8" type="subTitle"/>
          </p:nvPr>
        </p:nvSpPr>
        <p:spPr>
          <a:xfrm>
            <a:off x="113846" y="342317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9" type="subTitle"/>
          </p:nvPr>
        </p:nvSpPr>
        <p:spPr>
          <a:xfrm>
            <a:off x="113846" y="388972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3" type="subTitle"/>
          </p:nvPr>
        </p:nvSpPr>
        <p:spPr>
          <a:xfrm>
            <a:off x="113846" y="4356275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4" type="subTitle"/>
          </p:nvPr>
        </p:nvSpPr>
        <p:spPr>
          <a:xfrm>
            <a:off x="3186696" y="15620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5" type="subTitle"/>
          </p:nvPr>
        </p:nvSpPr>
        <p:spPr>
          <a:xfrm>
            <a:off x="3186696" y="20219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6" type="subTitle"/>
          </p:nvPr>
        </p:nvSpPr>
        <p:spPr>
          <a:xfrm>
            <a:off x="3186713" y="248845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7" type="subTitle"/>
          </p:nvPr>
        </p:nvSpPr>
        <p:spPr>
          <a:xfrm>
            <a:off x="3186696" y="29550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8" type="subTitle"/>
          </p:nvPr>
        </p:nvSpPr>
        <p:spPr>
          <a:xfrm>
            <a:off x="3186696" y="34215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9" type="subTitle"/>
          </p:nvPr>
        </p:nvSpPr>
        <p:spPr>
          <a:xfrm>
            <a:off x="3186696" y="38881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20" type="subTitle"/>
          </p:nvPr>
        </p:nvSpPr>
        <p:spPr>
          <a:xfrm>
            <a:off x="3186696" y="43546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21" type="subTitle"/>
          </p:nvPr>
        </p:nvSpPr>
        <p:spPr>
          <a:xfrm>
            <a:off x="6259571" y="15603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22" type="subTitle"/>
          </p:nvPr>
        </p:nvSpPr>
        <p:spPr>
          <a:xfrm>
            <a:off x="6259571" y="20202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23" type="subTitle"/>
          </p:nvPr>
        </p:nvSpPr>
        <p:spPr>
          <a:xfrm>
            <a:off x="6259588" y="248675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24" type="subTitle"/>
          </p:nvPr>
        </p:nvSpPr>
        <p:spPr>
          <a:xfrm>
            <a:off x="6259571" y="2953301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25" type="subTitle"/>
          </p:nvPr>
        </p:nvSpPr>
        <p:spPr>
          <a:xfrm>
            <a:off x="6259571" y="34198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26" type="subTitle"/>
          </p:nvPr>
        </p:nvSpPr>
        <p:spPr>
          <a:xfrm>
            <a:off x="6259571" y="388640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6" name="Google Shape;86;p20"/>
          <p:cNvSpPr txBox="1"/>
          <p:nvPr>
            <p:ph idx="27" type="subTitle"/>
          </p:nvPr>
        </p:nvSpPr>
        <p:spPr>
          <a:xfrm>
            <a:off x="6259571" y="4352950"/>
            <a:ext cx="27747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2 SECTIONS WITH SUB BOXES">
  <p:cSld name="TITLE_AND_BODY_3_1_1_2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type="title"/>
          </p:nvPr>
        </p:nvSpPr>
        <p:spPr>
          <a:xfrm>
            <a:off x="107734" y="1139700"/>
            <a:ext cx="4352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2" type="title"/>
          </p:nvPr>
        </p:nvSpPr>
        <p:spPr>
          <a:xfrm>
            <a:off x="4683866" y="1139700"/>
            <a:ext cx="4352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3"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" type="subTitle"/>
          </p:nvPr>
        </p:nvSpPr>
        <p:spPr>
          <a:xfrm>
            <a:off x="113839" y="156362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4" type="subTitle"/>
          </p:nvPr>
        </p:nvSpPr>
        <p:spPr>
          <a:xfrm>
            <a:off x="113839" y="2023526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3" name="Google Shape;93;p21"/>
          <p:cNvSpPr txBox="1"/>
          <p:nvPr>
            <p:ph idx="5" type="subTitle"/>
          </p:nvPr>
        </p:nvSpPr>
        <p:spPr>
          <a:xfrm>
            <a:off x="113865" y="2490076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6" type="subTitle"/>
          </p:nvPr>
        </p:nvSpPr>
        <p:spPr>
          <a:xfrm>
            <a:off x="113839" y="2956626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7" type="subTitle"/>
          </p:nvPr>
        </p:nvSpPr>
        <p:spPr>
          <a:xfrm>
            <a:off x="113839" y="342317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8" type="subTitle"/>
          </p:nvPr>
        </p:nvSpPr>
        <p:spPr>
          <a:xfrm>
            <a:off x="113839" y="388972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9" type="subTitle"/>
          </p:nvPr>
        </p:nvSpPr>
        <p:spPr>
          <a:xfrm>
            <a:off x="113839" y="4356275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3" type="subTitle"/>
          </p:nvPr>
        </p:nvSpPr>
        <p:spPr>
          <a:xfrm>
            <a:off x="4683851" y="156030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4" type="subTitle"/>
          </p:nvPr>
        </p:nvSpPr>
        <p:spPr>
          <a:xfrm>
            <a:off x="4683851" y="2020201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5" type="subTitle"/>
          </p:nvPr>
        </p:nvSpPr>
        <p:spPr>
          <a:xfrm>
            <a:off x="4683877" y="2486751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6" type="subTitle"/>
          </p:nvPr>
        </p:nvSpPr>
        <p:spPr>
          <a:xfrm>
            <a:off x="4683851" y="2953301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7" type="subTitle"/>
          </p:nvPr>
        </p:nvSpPr>
        <p:spPr>
          <a:xfrm>
            <a:off x="4683851" y="341985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8" type="subTitle"/>
          </p:nvPr>
        </p:nvSpPr>
        <p:spPr>
          <a:xfrm>
            <a:off x="4683851" y="388640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9" type="subTitle"/>
          </p:nvPr>
        </p:nvSpPr>
        <p:spPr>
          <a:xfrm>
            <a:off x="4683851" y="4352950"/>
            <a:ext cx="43524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CENTER IMAGE">
  <p:cSld name="TITLE_AND_BODY_3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/>
          <p:nvPr>
            <p:ph idx="2" type="pic"/>
          </p:nvPr>
        </p:nvSpPr>
        <p:spPr>
          <a:xfrm>
            <a:off x="2404800" y="697200"/>
            <a:ext cx="4334400" cy="374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MAGES">
  <p:cSld name="TITLE_AND_BODY_3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/>
          <p:nvPr>
            <p:ph idx="2" type="pic"/>
          </p:nvPr>
        </p:nvSpPr>
        <p:spPr>
          <a:xfrm>
            <a:off x="0" y="0"/>
            <a:ext cx="4572000" cy="25785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3"/>
          <p:cNvSpPr/>
          <p:nvPr>
            <p:ph idx="3" type="pic"/>
          </p:nvPr>
        </p:nvSpPr>
        <p:spPr>
          <a:xfrm>
            <a:off x="4572000" y="0"/>
            <a:ext cx="4572000" cy="257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3"/>
          <p:cNvSpPr/>
          <p:nvPr>
            <p:ph idx="4" type="pic"/>
          </p:nvPr>
        </p:nvSpPr>
        <p:spPr>
          <a:xfrm>
            <a:off x="0" y="2569464"/>
            <a:ext cx="4572000" cy="2578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3"/>
          <p:cNvSpPr/>
          <p:nvPr>
            <p:ph idx="5" type="pic"/>
          </p:nvPr>
        </p:nvSpPr>
        <p:spPr>
          <a:xfrm>
            <a:off x="4572000" y="2569464"/>
            <a:ext cx="4572000" cy="2578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WER TITLE AND SUBTITLE">
  <p:cSld name="TITLE_AND_BODY_2_4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/>
          <p:nvPr>
            <p:ph type="title"/>
          </p:nvPr>
        </p:nvSpPr>
        <p:spPr>
          <a:xfrm>
            <a:off x="-900" y="114300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" type="subTitle"/>
          </p:nvPr>
        </p:nvSpPr>
        <p:spPr>
          <a:xfrm>
            <a:off x="-900" y="2209800"/>
            <a:ext cx="45720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b="1" sz="24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24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WER TITLE AND TEXT">
  <p:cSld name="TITLE_AND_BODY_2_4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/>
          <p:nvPr>
            <p:ph idx="1" type="body"/>
          </p:nvPr>
        </p:nvSpPr>
        <p:spPr>
          <a:xfrm>
            <a:off x="0" y="2286000"/>
            <a:ext cx="4572000" cy="26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25"/>
          <p:cNvSpPr txBox="1"/>
          <p:nvPr>
            <p:ph type="title"/>
          </p:nvPr>
        </p:nvSpPr>
        <p:spPr>
          <a:xfrm>
            <a:off x="-900" y="114300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19" name="Google Shape;119;p25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IMAGES">
  <p:cSld name="TITLE_AND_BODY_2_3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6"/>
          <p:cNvSpPr/>
          <p:nvPr>
            <p:ph idx="3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HREE IMAGES">
  <p:cSld name="TITLE_AND_BODY_2_3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5" name="Google Shape;125;p27"/>
          <p:cNvSpPr/>
          <p:nvPr>
            <p:ph idx="2" type="pic"/>
          </p:nvPr>
        </p:nvSpPr>
        <p:spPr>
          <a:xfrm>
            <a:off x="310896" y="1124712"/>
            <a:ext cx="3950100" cy="15087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7"/>
          <p:cNvSpPr/>
          <p:nvPr>
            <p:ph idx="3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7"/>
          <p:cNvSpPr/>
          <p:nvPr>
            <p:ph idx="4" type="pic"/>
          </p:nvPr>
        </p:nvSpPr>
        <p:spPr>
          <a:xfrm>
            <a:off x="310896" y="3029712"/>
            <a:ext cx="3950100" cy="1508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TEXT COLUMNS AND ONE IMAGE">
  <p:cSld name="TITLE_AND_BODY_2_2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0" y="1139700"/>
            <a:ext cx="22860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2" type="body"/>
          </p:nvPr>
        </p:nvSpPr>
        <p:spPr>
          <a:xfrm>
            <a:off x="2286000" y="1139700"/>
            <a:ext cx="22860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" name="Google Shape;132;p28"/>
          <p:cNvSpPr/>
          <p:nvPr>
            <p:ph idx="3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SECTION COLUMNS">
  <p:cSld name="TITLE_AND_BODY_2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5" name="Google Shape;135;p29"/>
          <p:cNvSpPr txBox="1"/>
          <p:nvPr>
            <p:ph idx="2" type="title"/>
          </p:nvPr>
        </p:nvSpPr>
        <p:spPr>
          <a:xfrm>
            <a:off x="112761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3" type="title"/>
          </p:nvPr>
        </p:nvSpPr>
        <p:spPr>
          <a:xfrm>
            <a:off x="2393361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4" type="title"/>
          </p:nvPr>
        </p:nvSpPr>
        <p:spPr>
          <a:xfrm>
            <a:off x="4681728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5" type="title"/>
          </p:nvPr>
        </p:nvSpPr>
        <p:spPr>
          <a:xfrm>
            <a:off x="6963339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9" name="Google Shape;139;p29"/>
          <p:cNvSpPr txBox="1"/>
          <p:nvPr>
            <p:ph idx="1" type="subTitle"/>
          </p:nvPr>
        </p:nvSpPr>
        <p:spPr>
          <a:xfrm>
            <a:off x="112761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0" name="Google Shape;140;p29"/>
          <p:cNvSpPr txBox="1"/>
          <p:nvPr>
            <p:ph idx="6" type="subTitle"/>
          </p:nvPr>
        </p:nvSpPr>
        <p:spPr>
          <a:xfrm>
            <a:off x="2393361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1" name="Google Shape;141;p29"/>
          <p:cNvSpPr txBox="1"/>
          <p:nvPr>
            <p:ph idx="7" type="subTitle"/>
          </p:nvPr>
        </p:nvSpPr>
        <p:spPr>
          <a:xfrm>
            <a:off x="4681728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2" name="Google Shape;142;p29"/>
          <p:cNvSpPr txBox="1"/>
          <p:nvPr>
            <p:ph idx="8" type="subTitle"/>
          </p:nvPr>
        </p:nvSpPr>
        <p:spPr>
          <a:xfrm>
            <a:off x="6963339" y="1566300"/>
            <a:ext cx="2067900" cy="3129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8 SMALL SECTION BOXES">
  <p:cSld name="TITLE_AND_BODY_2_1_3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0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45" name="Google Shape;145;p30"/>
          <p:cNvSpPr txBox="1"/>
          <p:nvPr>
            <p:ph idx="2" type="title"/>
          </p:nvPr>
        </p:nvSpPr>
        <p:spPr>
          <a:xfrm>
            <a:off x="109728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6" name="Google Shape;146;p30"/>
          <p:cNvSpPr txBox="1"/>
          <p:nvPr>
            <p:ph idx="3" type="title"/>
          </p:nvPr>
        </p:nvSpPr>
        <p:spPr>
          <a:xfrm>
            <a:off x="2386584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7" name="Google Shape;147;p30"/>
          <p:cNvSpPr txBox="1"/>
          <p:nvPr>
            <p:ph idx="4" type="title"/>
          </p:nvPr>
        </p:nvSpPr>
        <p:spPr>
          <a:xfrm>
            <a:off x="4681728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8" name="Google Shape;148;p30"/>
          <p:cNvSpPr txBox="1"/>
          <p:nvPr>
            <p:ph idx="5" type="title"/>
          </p:nvPr>
        </p:nvSpPr>
        <p:spPr>
          <a:xfrm>
            <a:off x="6963339" y="1188720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9" name="Google Shape;149;p30"/>
          <p:cNvSpPr txBox="1"/>
          <p:nvPr>
            <p:ph idx="1" type="subTitle"/>
          </p:nvPr>
        </p:nvSpPr>
        <p:spPr>
          <a:xfrm>
            <a:off x="109728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30"/>
          <p:cNvSpPr txBox="1"/>
          <p:nvPr>
            <p:ph idx="6" type="subTitle"/>
          </p:nvPr>
        </p:nvSpPr>
        <p:spPr>
          <a:xfrm>
            <a:off x="2383562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1" name="Google Shape;151;p30"/>
          <p:cNvSpPr txBox="1"/>
          <p:nvPr>
            <p:ph idx="7" type="subTitle"/>
          </p:nvPr>
        </p:nvSpPr>
        <p:spPr>
          <a:xfrm>
            <a:off x="4678706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2" name="Google Shape;152;p30"/>
          <p:cNvSpPr txBox="1"/>
          <p:nvPr>
            <p:ph idx="8" type="subTitle"/>
          </p:nvPr>
        </p:nvSpPr>
        <p:spPr>
          <a:xfrm>
            <a:off x="6960323" y="1554480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30"/>
          <p:cNvSpPr txBox="1"/>
          <p:nvPr>
            <p:ph idx="9" type="title"/>
          </p:nvPr>
        </p:nvSpPr>
        <p:spPr>
          <a:xfrm>
            <a:off x="109728" y="3090672"/>
            <a:ext cx="20664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4" name="Google Shape;154;p30"/>
          <p:cNvSpPr txBox="1"/>
          <p:nvPr>
            <p:ph idx="13" type="title"/>
          </p:nvPr>
        </p:nvSpPr>
        <p:spPr>
          <a:xfrm>
            <a:off x="2393361" y="3090672"/>
            <a:ext cx="2070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5" name="Google Shape;155;p30"/>
          <p:cNvSpPr txBox="1"/>
          <p:nvPr>
            <p:ph idx="14" type="title"/>
          </p:nvPr>
        </p:nvSpPr>
        <p:spPr>
          <a:xfrm>
            <a:off x="4685081" y="3090672"/>
            <a:ext cx="2070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6" name="Google Shape;156;p30"/>
          <p:cNvSpPr txBox="1"/>
          <p:nvPr>
            <p:ph idx="15" type="title"/>
          </p:nvPr>
        </p:nvSpPr>
        <p:spPr>
          <a:xfrm>
            <a:off x="6970034" y="3090672"/>
            <a:ext cx="2070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7" name="Google Shape;157;p30"/>
          <p:cNvSpPr txBox="1"/>
          <p:nvPr>
            <p:ph idx="16" type="subTitle"/>
          </p:nvPr>
        </p:nvSpPr>
        <p:spPr>
          <a:xfrm>
            <a:off x="112750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8" name="Google Shape;158;p30"/>
          <p:cNvSpPr txBox="1"/>
          <p:nvPr>
            <p:ph idx="17" type="subTitle"/>
          </p:nvPr>
        </p:nvSpPr>
        <p:spPr>
          <a:xfrm>
            <a:off x="2393356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30"/>
          <p:cNvSpPr txBox="1"/>
          <p:nvPr>
            <p:ph idx="18" type="subTitle"/>
          </p:nvPr>
        </p:nvSpPr>
        <p:spPr>
          <a:xfrm>
            <a:off x="4681728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9" type="subTitle"/>
          </p:nvPr>
        </p:nvSpPr>
        <p:spPr>
          <a:xfrm>
            <a:off x="6963345" y="3456432"/>
            <a:ext cx="2067900" cy="13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SMALL SECTION BOXES">
  <p:cSld name="TITLE_AND_BODY_2_1_3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63" name="Google Shape;163;p31"/>
          <p:cNvSpPr txBox="1"/>
          <p:nvPr>
            <p:ph idx="2" type="title"/>
          </p:nvPr>
        </p:nvSpPr>
        <p:spPr>
          <a:xfrm>
            <a:off x="109728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4" name="Google Shape;164;p31"/>
          <p:cNvSpPr txBox="1"/>
          <p:nvPr>
            <p:ph idx="3" type="title"/>
          </p:nvPr>
        </p:nvSpPr>
        <p:spPr>
          <a:xfrm>
            <a:off x="2393361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5" name="Google Shape;165;p31"/>
          <p:cNvSpPr txBox="1"/>
          <p:nvPr>
            <p:ph idx="4" type="title"/>
          </p:nvPr>
        </p:nvSpPr>
        <p:spPr>
          <a:xfrm>
            <a:off x="4681728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6" name="Google Shape;166;p31"/>
          <p:cNvSpPr txBox="1"/>
          <p:nvPr>
            <p:ph idx="5" type="title"/>
          </p:nvPr>
        </p:nvSpPr>
        <p:spPr>
          <a:xfrm>
            <a:off x="6963339" y="1828800"/>
            <a:ext cx="2067900" cy="329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idx="1" type="subTitle"/>
          </p:nvPr>
        </p:nvSpPr>
        <p:spPr>
          <a:xfrm>
            <a:off x="112750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6" type="subTitle"/>
          </p:nvPr>
        </p:nvSpPr>
        <p:spPr>
          <a:xfrm>
            <a:off x="2393356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9" name="Google Shape;169;p31"/>
          <p:cNvSpPr txBox="1"/>
          <p:nvPr>
            <p:ph idx="7" type="subTitle"/>
          </p:nvPr>
        </p:nvSpPr>
        <p:spPr>
          <a:xfrm>
            <a:off x="4681728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0" name="Google Shape;170;p31"/>
          <p:cNvSpPr txBox="1"/>
          <p:nvPr>
            <p:ph idx="8" type="subTitle"/>
          </p:nvPr>
        </p:nvSpPr>
        <p:spPr>
          <a:xfrm>
            <a:off x="6963345" y="2194560"/>
            <a:ext cx="2067900" cy="159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3 SECTION BOXES">
  <p:cSld name="TITLE_AND_BODY_2_1_3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3" name="Google Shape;173;p32"/>
          <p:cNvSpPr txBox="1"/>
          <p:nvPr>
            <p:ph idx="2" type="title"/>
          </p:nvPr>
        </p:nvSpPr>
        <p:spPr>
          <a:xfrm>
            <a:off x="320040" y="1188720"/>
            <a:ext cx="2651700" cy="594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4" name="Google Shape;174;p32"/>
          <p:cNvSpPr txBox="1"/>
          <p:nvPr>
            <p:ph idx="1" type="subTitle"/>
          </p:nvPr>
        </p:nvSpPr>
        <p:spPr>
          <a:xfrm>
            <a:off x="329525" y="1826050"/>
            <a:ext cx="2648100" cy="2914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3" type="title"/>
          </p:nvPr>
        </p:nvSpPr>
        <p:spPr>
          <a:xfrm>
            <a:off x="3247553" y="1192220"/>
            <a:ext cx="2651700" cy="5946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4" type="subTitle"/>
          </p:nvPr>
        </p:nvSpPr>
        <p:spPr>
          <a:xfrm>
            <a:off x="3257038" y="1829550"/>
            <a:ext cx="2648100" cy="2914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7" name="Google Shape;177;p32"/>
          <p:cNvSpPr txBox="1"/>
          <p:nvPr>
            <p:ph idx="5" type="title"/>
          </p:nvPr>
        </p:nvSpPr>
        <p:spPr>
          <a:xfrm>
            <a:off x="6172200" y="1192220"/>
            <a:ext cx="2651700" cy="594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Font typeface="Roboto"/>
              <a:buNone/>
              <a:defRPr b="1"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8" name="Google Shape;178;p32"/>
          <p:cNvSpPr txBox="1"/>
          <p:nvPr>
            <p:ph idx="6" type="subTitle"/>
          </p:nvPr>
        </p:nvSpPr>
        <p:spPr>
          <a:xfrm>
            <a:off x="6181685" y="1829550"/>
            <a:ext cx="2648100" cy="2914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SECTIONS WITH SUB BOXES">
  <p:cSld name="TITLE_AND_BODY_2_1_2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1" name="Google Shape;181;p33"/>
          <p:cNvSpPr txBox="1"/>
          <p:nvPr>
            <p:ph idx="2" type="title"/>
          </p:nvPr>
        </p:nvSpPr>
        <p:spPr>
          <a:xfrm>
            <a:off x="112766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2" name="Google Shape;182;p33"/>
          <p:cNvSpPr txBox="1"/>
          <p:nvPr>
            <p:ph idx="3" type="title"/>
          </p:nvPr>
        </p:nvSpPr>
        <p:spPr>
          <a:xfrm>
            <a:off x="2393366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idx="4" type="title"/>
          </p:nvPr>
        </p:nvSpPr>
        <p:spPr>
          <a:xfrm>
            <a:off x="4681733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5" type="title"/>
          </p:nvPr>
        </p:nvSpPr>
        <p:spPr>
          <a:xfrm>
            <a:off x="6963344" y="1139700"/>
            <a:ext cx="2067900" cy="3291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85" name="Google Shape;185;p33"/>
          <p:cNvSpPr txBox="1"/>
          <p:nvPr>
            <p:ph idx="1" type="subTitle"/>
          </p:nvPr>
        </p:nvSpPr>
        <p:spPr>
          <a:xfrm>
            <a:off x="113813" y="1563624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6" name="Google Shape;186;p33"/>
          <p:cNvSpPr txBox="1"/>
          <p:nvPr>
            <p:ph idx="6" type="subTitle"/>
          </p:nvPr>
        </p:nvSpPr>
        <p:spPr>
          <a:xfrm>
            <a:off x="113813" y="20235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>
            <p:ph idx="7" type="subTitle"/>
          </p:nvPr>
        </p:nvSpPr>
        <p:spPr>
          <a:xfrm>
            <a:off x="113825" y="24900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8" name="Google Shape;188;p33"/>
          <p:cNvSpPr txBox="1"/>
          <p:nvPr>
            <p:ph idx="8" type="subTitle"/>
          </p:nvPr>
        </p:nvSpPr>
        <p:spPr>
          <a:xfrm>
            <a:off x="113813" y="29566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9" type="subTitle"/>
          </p:nvPr>
        </p:nvSpPr>
        <p:spPr>
          <a:xfrm>
            <a:off x="113813" y="34231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3" type="subTitle"/>
          </p:nvPr>
        </p:nvSpPr>
        <p:spPr>
          <a:xfrm>
            <a:off x="113813" y="38897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4" type="subTitle"/>
          </p:nvPr>
        </p:nvSpPr>
        <p:spPr>
          <a:xfrm>
            <a:off x="113813" y="43562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15" type="subTitle"/>
          </p:nvPr>
        </p:nvSpPr>
        <p:spPr>
          <a:xfrm>
            <a:off x="2397763" y="1563624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3" name="Google Shape;193;p33"/>
          <p:cNvSpPr txBox="1"/>
          <p:nvPr>
            <p:ph idx="16" type="subTitle"/>
          </p:nvPr>
        </p:nvSpPr>
        <p:spPr>
          <a:xfrm>
            <a:off x="2397763" y="20235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7" type="subTitle"/>
          </p:nvPr>
        </p:nvSpPr>
        <p:spPr>
          <a:xfrm>
            <a:off x="2397775" y="24900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8" type="subTitle"/>
          </p:nvPr>
        </p:nvSpPr>
        <p:spPr>
          <a:xfrm>
            <a:off x="2397763" y="29566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6" name="Google Shape;196;p33"/>
          <p:cNvSpPr txBox="1"/>
          <p:nvPr>
            <p:ph idx="19" type="subTitle"/>
          </p:nvPr>
        </p:nvSpPr>
        <p:spPr>
          <a:xfrm>
            <a:off x="2397763" y="34231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7" name="Google Shape;197;p33"/>
          <p:cNvSpPr txBox="1"/>
          <p:nvPr>
            <p:ph idx="20" type="subTitle"/>
          </p:nvPr>
        </p:nvSpPr>
        <p:spPr>
          <a:xfrm>
            <a:off x="2397763" y="388972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8" name="Google Shape;198;p33"/>
          <p:cNvSpPr txBox="1"/>
          <p:nvPr>
            <p:ph idx="21" type="subTitle"/>
          </p:nvPr>
        </p:nvSpPr>
        <p:spPr>
          <a:xfrm>
            <a:off x="2397763" y="4356275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9" name="Google Shape;199;p33"/>
          <p:cNvSpPr txBox="1"/>
          <p:nvPr>
            <p:ph idx="22" type="subTitle"/>
          </p:nvPr>
        </p:nvSpPr>
        <p:spPr>
          <a:xfrm>
            <a:off x="4681825" y="1560299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0" name="Google Shape;200;p33"/>
          <p:cNvSpPr txBox="1"/>
          <p:nvPr>
            <p:ph idx="23" type="subTitle"/>
          </p:nvPr>
        </p:nvSpPr>
        <p:spPr>
          <a:xfrm>
            <a:off x="4681825" y="20202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1" name="Google Shape;201;p33"/>
          <p:cNvSpPr txBox="1"/>
          <p:nvPr>
            <p:ph idx="24" type="subTitle"/>
          </p:nvPr>
        </p:nvSpPr>
        <p:spPr>
          <a:xfrm>
            <a:off x="4681838" y="24867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2" name="Google Shape;202;p33"/>
          <p:cNvSpPr txBox="1"/>
          <p:nvPr>
            <p:ph idx="25" type="subTitle"/>
          </p:nvPr>
        </p:nvSpPr>
        <p:spPr>
          <a:xfrm>
            <a:off x="4681825" y="29533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3" name="Google Shape;203;p33"/>
          <p:cNvSpPr txBox="1"/>
          <p:nvPr>
            <p:ph idx="26" type="subTitle"/>
          </p:nvPr>
        </p:nvSpPr>
        <p:spPr>
          <a:xfrm>
            <a:off x="4681825" y="34198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4" name="Google Shape;204;p33"/>
          <p:cNvSpPr txBox="1"/>
          <p:nvPr>
            <p:ph idx="27" type="subTitle"/>
          </p:nvPr>
        </p:nvSpPr>
        <p:spPr>
          <a:xfrm>
            <a:off x="4681825" y="38864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5" name="Google Shape;205;p33"/>
          <p:cNvSpPr txBox="1"/>
          <p:nvPr>
            <p:ph idx="28" type="subTitle"/>
          </p:nvPr>
        </p:nvSpPr>
        <p:spPr>
          <a:xfrm>
            <a:off x="4681825" y="43529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6" name="Google Shape;206;p33"/>
          <p:cNvSpPr txBox="1"/>
          <p:nvPr>
            <p:ph idx="29" type="subTitle"/>
          </p:nvPr>
        </p:nvSpPr>
        <p:spPr>
          <a:xfrm>
            <a:off x="6965913" y="1560299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7" name="Google Shape;207;p33"/>
          <p:cNvSpPr txBox="1"/>
          <p:nvPr>
            <p:ph idx="30" type="subTitle"/>
          </p:nvPr>
        </p:nvSpPr>
        <p:spPr>
          <a:xfrm>
            <a:off x="6965913" y="20202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8" name="Google Shape;208;p33"/>
          <p:cNvSpPr txBox="1"/>
          <p:nvPr>
            <p:ph idx="31" type="subTitle"/>
          </p:nvPr>
        </p:nvSpPr>
        <p:spPr>
          <a:xfrm>
            <a:off x="6965925" y="24867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09" name="Google Shape;209;p33"/>
          <p:cNvSpPr txBox="1"/>
          <p:nvPr>
            <p:ph idx="32" type="subTitle"/>
          </p:nvPr>
        </p:nvSpPr>
        <p:spPr>
          <a:xfrm>
            <a:off x="6965913" y="29533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0" name="Google Shape;210;p33"/>
          <p:cNvSpPr txBox="1"/>
          <p:nvPr>
            <p:ph idx="33" type="subTitle"/>
          </p:nvPr>
        </p:nvSpPr>
        <p:spPr>
          <a:xfrm>
            <a:off x="6965913" y="34198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1" name="Google Shape;211;p33"/>
          <p:cNvSpPr txBox="1"/>
          <p:nvPr>
            <p:ph idx="34" type="subTitle"/>
          </p:nvPr>
        </p:nvSpPr>
        <p:spPr>
          <a:xfrm>
            <a:off x="6965913" y="388640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12" name="Google Shape;212;p33"/>
          <p:cNvSpPr txBox="1"/>
          <p:nvPr>
            <p:ph idx="35" type="subTitle"/>
          </p:nvPr>
        </p:nvSpPr>
        <p:spPr>
          <a:xfrm>
            <a:off x="6965913" y="4352950"/>
            <a:ext cx="2067900" cy="3291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2 PINK AND GREEN BOX SECTIONS AND 2 IMAGES">
  <p:cSld name="TITLE_AND_BODY_2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2" type="title"/>
          </p:nvPr>
        </p:nvSpPr>
        <p:spPr>
          <a:xfrm>
            <a:off x="4681650" y="1139050"/>
            <a:ext cx="4352700" cy="254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3" type="title"/>
          </p:nvPr>
        </p:nvSpPr>
        <p:spPr>
          <a:xfrm>
            <a:off x="4681641" y="1445225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4" type="title"/>
          </p:nvPr>
        </p:nvSpPr>
        <p:spPr>
          <a:xfrm>
            <a:off x="6858216" y="1445213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5" type="title"/>
          </p:nvPr>
        </p:nvSpPr>
        <p:spPr>
          <a:xfrm>
            <a:off x="4681641" y="1751388"/>
            <a:ext cx="2176200" cy="254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6" type="title"/>
          </p:nvPr>
        </p:nvSpPr>
        <p:spPr>
          <a:xfrm>
            <a:off x="6858216" y="1751400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0" name="Google Shape;220;p34"/>
          <p:cNvSpPr txBox="1"/>
          <p:nvPr>
            <p:ph idx="7" type="title"/>
          </p:nvPr>
        </p:nvSpPr>
        <p:spPr>
          <a:xfrm>
            <a:off x="4681641" y="2057575"/>
            <a:ext cx="2176200" cy="254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1" name="Google Shape;221;p34"/>
          <p:cNvSpPr txBox="1"/>
          <p:nvPr>
            <p:ph idx="8" type="title"/>
          </p:nvPr>
        </p:nvSpPr>
        <p:spPr>
          <a:xfrm>
            <a:off x="6858216" y="2057563"/>
            <a:ext cx="2176200" cy="2544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2" name="Google Shape;222;p34"/>
          <p:cNvSpPr txBox="1"/>
          <p:nvPr>
            <p:ph idx="9" type="title"/>
          </p:nvPr>
        </p:nvSpPr>
        <p:spPr>
          <a:xfrm>
            <a:off x="109650" y="1139050"/>
            <a:ext cx="4352700" cy="254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3" name="Google Shape;223;p34"/>
          <p:cNvSpPr txBox="1"/>
          <p:nvPr>
            <p:ph idx="13" type="title"/>
          </p:nvPr>
        </p:nvSpPr>
        <p:spPr>
          <a:xfrm>
            <a:off x="109641" y="1445225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4" name="Google Shape;224;p34"/>
          <p:cNvSpPr txBox="1"/>
          <p:nvPr>
            <p:ph idx="14" type="title"/>
          </p:nvPr>
        </p:nvSpPr>
        <p:spPr>
          <a:xfrm>
            <a:off x="2286216" y="1445213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5" name="Google Shape;225;p34"/>
          <p:cNvSpPr txBox="1"/>
          <p:nvPr>
            <p:ph idx="15" type="title"/>
          </p:nvPr>
        </p:nvSpPr>
        <p:spPr>
          <a:xfrm>
            <a:off x="109641" y="1751388"/>
            <a:ext cx="2176200" cy="254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6" name="Google Shape;226;p34"/>
          <p:cNvSpPr txBox="1"/>
          <p:nvPr>
            <p:ph idx="16" type="title"/>
          </p:nvPr>
        </p:nvSpPr>
        <p:spPr>
          <a:xfrm>
            <a:off x="2286216" y="1751400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7" name="Google Shape;227;p34"/>
          <p:cNvSpPr txBox="1"/>
          <p:nvPr>
            <p:ph idx="17" type="title"/>
          </p:nvPr>
        </p:nvSpPr>
        <p:spPr>
          <a:xfrm>
            <a:off x="109641" y="2057575"/>
            <a:ext cx="2176200" cy="254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8" name="Google Shape;228;p34"/>
          <p:cNvSpPr txBox="1"/>
          <p:nvPr>
            <p:ph idx="18" type="title"/>
          </p:nvPr>
        </p:nvSpPr>
        <p:spPr>
          <a:xfrm>
            <a:off x="2286216" y="2057563"/>
            <a:ext cx="2176200" cy="254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9" name="Google Shape;229;p34"/>
          <p:cNvSpPr/>
          <p:nvPr>
            <p:ph idx="19" type="pic"/>
          </p:nvPr>
        </p:nvSpPr>
        <p:spPr>
          <a:xfrm>
            <a:off x="109728" y="2313425"/>
            <a:ext cx="4352400" cy="25968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34"/>
          <p:cNvSpPr/>
          <p:nvPr>
            <p:ph idx="20" type="pic"/>
          </p:nvPr>
        </p:nvSpPr>
        <p:spPr>
          <a:xfrm>
            <a:off x="4681728" y="2313425"/>
            <a:ext cx="4352400" cy="2596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EXT AND ONE IMAGE (OVERVIEW SLIDE)">
  <p:cSld name="TITLE_AND_BODY_1_2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idx="1" type="body"/>
          </p:nvPr>
        </p:nvSpPr>
        <p:spPr>
          <a:xfrm>
            <a:off x="0" y="1139700"/>
            <a:ext cx="4572000" cy="37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●"/>
              <a:defRPr>
                <a:solidFill>
                  <a:schemeClr val="accent2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○"/>
              <a:defRPr>
                <a:solidFill>
                  <a:schemeClr val="accent2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33" name="Google Shape;233;p35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34" name="Google Shape;234;p35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TEXT AND IMAGE">
  <p:cSld name="TITLE_AND_BODY_1_1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6"/>
          <p:cNvSpPr txBox="1"/>
          <p:nvPr>
            <p:ph type="title"/>
          </p:nvPr>
        </p:nvSpPr>
        <p:spPr>
          <a:xfrm>
            <a:off x="0" y="1143000"/>
            <a:ext cx="4572000" cy="28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37" name="Google Shape;237;p36"/>
          <p:cNvSpPr/>
          <p:nvPr>
            <p:ph idx="2" type="pic"/>
          </p:nvPr>
        </p:nvSpPr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LD TEXT AND 4 SECTION BOXES">
  <p:cSld name="TITLE_AND_BODY_1_1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0" y="1143000"/>
            <a:ext cx="4572000" cy="28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" type="subTitle"/>
          </p:nvPr>
        </p:nvSpPr>
        <p:spPr>
          <a:xfrm>
            <a:off x="4955998" y="1627632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37"/>
          <p:cNvSpPr txBox="1"/>
          <p:nvPr>
            <p:ph idx="2" type="subTitle"/>
          </p:nvPr>
        </p:nvSpPr>
        <p:spPr>
          <a:xfrm>
            <a:off x="4956048" y="2706624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37"/>
          <p:cNvSpPr txBox="1"/>
          <p:nvPr>
            <p:ph idx="3" type="subTitle"/>
          </p:nvPr>
        </p:nvSpPr>
        <p:spPr>
          <a:xfrm>
            <a:off x="4956048" y="3785616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3" name="Google Shape;243;p37"/>
          <p:cNvSpPr txBox="1"/>
          <p:nvPr>
            <p:ph idx="4" type="subTitle"/>
          </p:nvPr>
        </p:nvSpPr>
        <p:spPr>
          <a:xfrm>
            <a:off x="4955998" y="543900"/>
            <a:ext cx="3804000" cy="811200"/>
          </a:xfrm>
          <a:prstGeom prst="rect">
            <a:avLst/>
          </a:prstGeom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OP LEFT WITH TEXT">
  <p:cSld name="TITLE_AND_BODY_1_1_1"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0" y="1143000"/>
            <a:ext cx="4572000" cy="40005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47" name="Google Shape;247;p38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OP LEFT WITH TEXT, GREEN SUBTITLE">
  <p:cSld name="TITLE_AND_BODY_1_1_1_2_1">
    <p:bg>
      <p:bgPr>
        <a:solidFill>
          <a:srgbClr val="000000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9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0" name="Google Shape;250;p39"/>
          <p:cNvSpPr txBox="1"/>
          <p:nvPr>
            <p:ph type="title"/>
          </p:nvPr>
        </p:nvSpPr>
        <p:spPr>
          <a:xfrm>
            <a:off x="0" y="3200400"/>
            <a:ext cx="9144000" cy="5487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0" y="3749050"/>
            <a:ext cx="9144000" cy="13944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3"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TOP LEFT WITH TEXT, GREEN AND WHITE SUBTITLE">
  <p:cSld name="TITLE_AND_BODY_1_1_1_2_1_1"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5" name="Google Shape;255;p40"/>
          <p:cNvSpPr txBox="1"/>
          <p:nvPr>
            <p:ph type="title"/>
          </p:nvPr>
        </p:nvSpPr>
        <p:spPr>
          <a:xfrm>
            <a:off x="0" y="3200400"/>
            <a:ext cx="9144000" cy="5487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56" name="Google Shape;256;p40"/>
          <p:cNvSpPr txBox="1"/>
          <p:nvPr>
            <p:ph idx="1" type="subTitle"/>
          </p:nvPr>
        </p:nvSpPr>
        <p:spPr>
          <a:xfrm>
            <a:off x="0" y="3749050"/>
            <a:ext cx="9144000" cy="1394400"/>
          </a:xfrm>
          <a:prstGeom prst="rect">
            <a:avLst/>
          </a:prstGeom>
          <a:solidFill>
            <a:srgbClr val="000000">
              <a:alpha val="2737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57" name="Google Shape;257;p40"/>
          <p:cNvSpPr txBox="1"/>
          <p:nvPr>
            <p:ph idx="3"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TITLE SLIDE WITH THREE TEXT SECTIONS">
  <p:cSld name="TITLE_AND_BODY_1_1_1_1_1">
    <p:bg>
      <p:bgPr>
        <a:solidFill>
          <a:srgbClr val="000000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1"/>
          <p:cNvSpPr/>
          <p:nvPr>
            <p:ph idx="2" type="pic"/>
          </p:nvPr>
        </p:nvSpPr>
        <p:spPr>
          <a:xfrm>
            <a:off x="0" y="-775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0" y="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9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4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6089904" y="2971800"/>
            <a:ext cx="3045000" cy="2171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idx="3" type="body"/>
          </p:nvPr>
        </p:nvSpPr>
        <p:spPr>
          <a:xfrm>
            <a:off x="3044952" y="2971800"/>
            <a:ext cx="3045000" cy="2171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4" type="body"/>
          </p:nvPr>
        </p:nvSpPr>
        <p:spPr>
          <a:xfrm>
            <a:off x="0" y="2971800"/>
            <a:ext cx="3045000" cy="2171700"/>
          </a:xfrm>
          <a:prstGeom prst="rect">
            <a:avLst/>
          </a:prstGeom>
          <a:solidFill>
            <a:srgbClr val="000000">
              <a:alpha val="2737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1pPr>
            <a:lvl2pPr indent="-3048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2pPr>
            <a:lvl3pPr indent="-3048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3pPr>
            <a:lvl4pPr indent="-3048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4pPr>
            <a:lvl5pPr indent="-3048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5pPr>
            <a:lvl6pPr indent="-3048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6pPr>
            <a:lvl7pPr indent="-3048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●"/>
              <a:defRPr>
                <a:solidFill>
                  <a:schemeClr val="accent4"/>
                </a:solidFill>
              </a:defRPr>
            </a:lvl7pPr>
            <a:lvl8pPr indent="-3048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○"/>
              <a:defRPr>
                <a:solidFill>
                  <a:schemeClr val="accent4"/>
                </a:solidFill>
              </a:defRPr>
            </a:lvl8pPr>
            <a:lvl9pPr indent="-3048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Char char="■"/>
              <a:defRPr>
                <a:solidFill>
                  <a:schemeClr val="accent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5 COLUMN CHART">
  <p:cSld name="TITLE_AND_BODY_3_1_4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6" name="Google Shape;266;p42"/>
          <p:cNvSpPr txBox="1"/>
          <p:nvPr>
            <p:ph idx="1" type="subTitle"/>
          </p:nvPr>
        </p:nvSpPr>
        <p:spPr>
          <a:xfrm>
            <a:off x="1716024" y="2196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7" name="Google Shape;267;p42"/>
          <p:cNvSpPr txBox="1"/>
          <p:nvPr>
            <p:ph idx="2" type="subTitle"/>
          </p:nvPr>
        </p:nvSpPr>
        <p:spPr>
          <a:xfrm>
            <a:off x="1716024" y="2577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8" name="Google Shape;268;p42"/>
          <p:cNvSpPr txBox="1"/>
          <p:nvPr>
            <p:ph idx="3" type="subTitle"/>
          </p:nvPr>
        </p:nvSpPr>
        <p:spPr>
          <a:xfrm>
            <a:off x="1716024" y="2958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9" name="Google Shape;269;p42"/>
          <p:cNvSpPr txBox="1"/>
          <p:nvPr>
            <p:ph idx="4" type="subTitle"/>
          </p:nvPr>
        </p:nvSpPr>
        <p:spPr>
          <a:xfrm>
            <a:off x="1716024" y="3339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0" name="Google Shape;270;p42"/>
          <p:cNvSpPr txBox="1"/>
          <p:nvPr>
            <p:ph idx="5" type="subTitle"/>
          </p:nvPr>
        </p:nvSpPr>
        <p:spPr>
          <a:xfrm>
            <a:off x="1716024" y="3720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42"/>
          <p:cNvSpPr txBox="1"/>
          <p:nvPr>
            <p:ph idx="6" type="subTitle"/>
          </p:nvPr>
        </p:nvSpPr>
        <p:spPr>
          <a:xfrm>
            <a:off x="3163824" y="2196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" name="Google Shape;272;p42"/>
          <p:cNvSpPr txBox="1"/>
          <p:nvPr>
            <p:ph idx="7" type="subTitle"/>
          </p:nvPr>
        </p:nvSpPr>
        <p:spPr>
          <a:xfrm>
            <a:off x="3163824" y="2577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3" name="Google Shape;273;p42"/>
          <p:cNvSpPr txBox="1"/>
          <p:nvPr>
            <p:ph idx="8" type="subTitle"/>
          </p:nvPr>
        </p:nvSpPr>
        <p:spPr>
          <a:xfrm>
            <a:off x="3163824" y="2958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4" name="Google Shape;274;p42"/>
          <p:cNvSpPr txBox="1"/>
          <p:nvPr>
            <p:ph idx="9" type="subTitle"/>
          </p:nvPr>
        </p:nvSpPr>
        <p:spPr>
          <a:xfrm>
            <a:off x="3163824" y="3339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" name="Google Shape;275;p42"/>
          <p:cNvSpPr txBox="1"/>
          <p:nvPr>
            <p:ph idx="13" type="subTitle"/>
          </p:nvPr>
        </p:nvSpPr>
        <p:spPr>
          <a:xfrm>
            <a:off x="3163824" y="3720380"/>
            <a:ext cx="1326000" cy="3291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" name="Google Shape;276;p42"/>
          <p:cNvSpPr txBox="1"/>
          <p:nvPr>
            <p:ph idx="14" type="subTitle"/>
          </p:nvPr>
        </p:nvSpPr>
        <p:spPr>
          <a:xfrm>
            <a:off x="4611624" y="2196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7" name="Google Shape;277;p42"/>
          <p:cNvSpPr txBox="1"/>
          <p:nvPr>
            <p:ph idx="15" type="subTitle"/>
          </p:nvPr>
        </p:nvSpPr>
        <p:spPr>
          <a:xfrm>
            <a:off x="4611624" y="2577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8" name="Google Shape;278;p42"/>
          <p:cNvSpPr txBox="1"/>
          <p:nvPr>
            <p:ph idx="16" type="subTitle"/>
          </p:nvPr>
        </p:nvSpPr>
        <p:spPr>
          <a:xfrm>
            <a:off x="4611624" y="2958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17" type="subTitle"/>
          </p:nvPr>
        </p:nvSpPr>
        <p:spPr>
          <a:xfrm>
            <a:off x="4611624" y="3339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18" type="subTitle"/>
          </p:nvPr>
        </p:nvSpPr>
        <p:spPr>
          <a:xfrm>
            <a:off x="4611624" y="3720380"/>
            <a:ext cx="1326000" cy="3291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19" type="subTitle"/>
          </p:nvPr>
        </p:nvSpPr>
        <p:spPr>
          <a:xfrm>
            <a:off x="6059424" y="2196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20" type="subTitle"/>
          </p:nvPr>
        </p:nvSpPr>
        <p:spPr>
          <a:xfrm>
            <a:off x="6059424" y="2577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3" name="Google Shape;283;p42"/>
          <p:cNvSpPr txBox="1"/>
          <p:nvPr>
            <p:ph idx="21" type="subTitle"/>
          </p:nvPr>
        </p:nvSpPr>
        <p:spPr>
          <a:xfrm>
            <a:off x="6059424" y="2958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4" name="Google Shape;284;p42"/>
          <p:cNvSpPr txBox="1"/>
          <p:nvPr>
            <p:ph idx="22" type="subTitle"/>
          </p:nvPr>
        </p:nvSpPr>
        <p:spPr>
          <a:xfrm>
            <a:off x="6059424" y="3339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5" name="Google Shape;285;p42"/>
          <p:cNvSpPr txBox="1"/>
          <p:nvPr>
            <p:ph idx="23" type="subTitle"/>
          </p:nvPr>
        </p:nvSpPr>
        <p:spPr>
          <a:xfrm>
            <a:off x="6059424" y="3720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6" name="Google Shape;286;p42"/>
          <p:cNvSpPr txBox="1"/>
          <p:nvPr>
            <p:ph idx="24" type="subTitle"/>
          </p:nvPr>
        </p:nvSpPr>
        <p:spPr>
          <a:xfrm>
            <a:off x="7507224" y="2196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7" name="Google Shape;287;p42"/>
          <p:cNvSpPr txBox="1"/>
          <p:nvPr>
            <p:ph idx="25" type="subTitle"/>
          </p:nvPr>
        </p:nvSpPr>
        <p:spPr>
          <a:xfrm>
            <a:off x="7507224" y="2577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8" name="Google Shape;288;p42"/>
          <p:cNvSpPr txBox="1"/>
          <p:nvPr>
            <p:ph idx="26" type="subTitle"/>
          </p:nvPr>
        </p:nvSpPr>
        <p:spPr>
          <a:xfrm>
            <a:off x="7507224" y="2958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89" name="Google Shape;289;p42"/>
          <p:cNvSpPr txBox="1"/>
          <p:nvPr>
            <p:ph idx="27" type="subTitle"/>
          </p:nvPr>
        </p:nvSpPr>
        <p:spPr>
          <a:xfrm>
            <a:off x="7507224" y="3339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0" name="Google Shape;290;p42"/>
          <p:cNvSpPr txBox="1"/>
          <p:nvPr>
            <p:ph idx="28" type="subTitle"/>
          </p:nvPr>
        </p:nvSpPr>
        <p:spPr>
          <a:xfrm>
            <a:off x="7507224" y="3720380"/>
            <a:ext cx="1326000" cy="3291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1" name="Google Shape;291;p42"/>
          <p:cNvSpPr txBox="1"/>
          <p:nvPr>
            <p:ph idx="29" type="subTitle"/>
          </p:nvPr>
        </p:nvSpPr>
        <p:spPr>
          <a:xfrm>
            <a:off x="7906575" y="186600"/>
            <a:ext cx="1097400" cy="2133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2" name="Google Shape;292;p42"/>
          <p:cNvSpPr txBox="1"/>
          <p:nvPr>
            <p:ph idx="30" type="subTitle"/>
          </p:nvPr>
        </p:nvSpPr>
        <p:spPr>
          <a:xfrm>
            <a:off x="7906575" y="399952"/>
            <a:ext cx="1097400" cy="2133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42"/>
          <p:cNvSpPr txBox="1"/>
          <p:nvPr>
            <p:ph idx="31" type="subTitle"/>
          </p:nvPr>
        </p:nvSpPr>
        <p:spPr>
          <a:xfrm>
            <a:off x="7906575" y="613303"/>
            <a:ext cx="1097400" cy="2133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4" name="Google Shape;294;p42"/>
          <p:cNvSpPr txBox="1"/>
          <p:nvPr>
            <p:ph idx="32" type="title"/>
          </p:nvPr>
        </p:nvSpPr>
        <p:spPr>
          <a:xfrm>
            <a:off x="1715566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5" name="Google Shape;295;p42"/>
          <p:cNvSpPr txBox="1"/>
          <p:nvPr>
            <p:ph idx="33" type="title"/>
          </p:nvPr>
        </p:nvSpPr>
        <p:spPr>
          <a:xfrm>
            <a:off x="3160318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6" name="Google Shape;296;p42"/>
          <p:cNvSpPr txBox="1"/>
          <p:nvPr>
            <p:ph idx="34" type="title"/>
          </p:nvPr>
        </p:nvSpPr>
        <p:spPr>
          <a:xfrm>
            <a:off x="4614214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7" name="Google Shape;297;p42"/>
          <p:cNvSpPr txBox="1"/>
          <p:nvPr>
            <p:ph idx="35" type="title"/>
          </p:nvPr>
        </p:nvSpPr>
        <p:spPr>
          <a:xfrm>
            <a:off x="6058966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8" name="Google Shape;298;p42"/>
          <p:cNvSpPr txBox="1"/>
          <p:nvPr>
            <p:ph idx="36" type="title"/>
          </p:nvPr>
        </p:nvSpPr>
        <p:spPr>
          <a:xfrm>
            <a:off x="7503718" y="17830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99" name="Google Shape;299;p42"/>
          <p:cNvSpPr txBox="1"/>
          <p:nvPr>
            <p:ph idx="37" type="title"/>
          </p:nvPr>
        </p:nvSpPr>
        <p:spPr>
          <a:xfrm>
            <a:off x="268224" y="2577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0" name="Google Shape;300;p42"/>
          <p:cNvSpPr txBox="1"/>
          <p:nvPr>
            <p:ph idx="38" type="title"/>
          </p:nvPr>
        </p:nvSpPr>
        <p:spPr>
          <a:xfrm>
            <a:off x="268224" y="2196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1" name="Google Shape;301;p42"/>
          <p:cNvSpPr txBox="1"/>
          <p:nvPr>
            <p:ph idx="39" type="title"/>
          </p:nvPr>
        </p:nvSpPr>
        <p:spPr>
          <a:xfrm>
            <a:off x="268224" y="3339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2" name="Google Shape;302;p42"/>
          <p:cNvSpPr txBox="1"/>
          <p:nvPr>
            <p:ph idx="40" type="title"/>
          </p:nvPr>
        </p:nvSpPr>
        <p:spPr>
          <a:xfrm>
            <a:off x="268224" y="2958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3" name="Google Shape;303;p42"/>
          <p:cNvSpPr txBox="1"/>
          <p:nvPr>
            <p:ph idx="41" type="title"/>
          </p:nvPr>
        </p:nvSpPr>
        <p:spPr>
          <a:xfrm>
            <a:off x="268224" y="3720380"/>
            <a:ext cx="1326000" cy="3291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3 COLUMN CHART">
  <p:cSld name="TITLE_AND_BODY_3_1_4_1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6" name="Google Shape;306;p43"/>
          <p:cNvSpPr txBox="1"/>
          <p:nvPr>
            <p:ph idx="1" type="subTitle"/>
          </p:nvPr>
        </p:nvSpPr>
        <p:spPr>
          <a:xfrm>
            <a:off x="2155525" y="1625400"/>
            <a:ext cx="2057400" cy="411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idx="2" type="title"/>
          </p:nvPr>
        </p:nvSpPr>
        <p:spPr>
          <a:xfrm>
            <a:off x="2154936" y="1183300"/>
            <a:ext cx="2057400" cy="411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8" name="Google Shape;308;p43"/>
          <p:cNvSpPr txBox="1"/>
          <p:nvPr>
            <p:ph idx="3" type="title"/>
          </p:nvPr>
        </p:nvSpPr>
        <p:spPr>
          <a:xfrm>
            <a:off x="381000" y="2106168"/>
            <a:ext cx="1645800" cy="768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09" name="Google Shape;309;p43"/>
          <p:cNvSpPr txBox="1"/>
          <p:nvPr>
            <p:ph idx="4" type="title"/>
          </p:nvPr>
        </p:nvSpPr>
        <p:spPr>
          <a:xfrm>
            <a:off x="381000" y="3020568"/>
            <a:ext cx="1645800" cy="768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0" name="Google Shape;310;p43"/>
          <p:cNvSpPr txBox="1"/>
          <p:nvPr>
            <p:ph idx="5" type="title"/>
          </p:nvPr>
        </p:nvSpPr>
        <p:spPr>
          <a:xfrm>
            <a:off x="381000" y="3934968"/>
            <a:ext cx="1645800" cy="7680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1" name="Google Shape;311;p43"/>
          <p:cNvSpPr txBox="1"/>
          <p:nvPr>
            <p:ph idx="6" type="title"/>
          </p:nvPr>
        </p:nvSpPr>
        <p:spPr>
          <a:xfrm>
            <a:off x="2155525" y="2106168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2" name="Google Shape;312;p43"/>
          <p:cNvSpPr txBox="1"/>
          <p:nvPr>
            <p:ph idx="7" type="title"/>
          </p:nvPr>
        </p:nvSpPr>
        <p:spPr>
          <a:xfrm>
            <a:off x="2154936" y="30202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3" name="Google Shape;313;p43"/>
          <p:cNvSpPr txBox="1"/>
          <p:nvPr>
            <p:ph idx="8" type="title"/>
          </p:nvPr>
        </p:nvSpPr>
        <p:spPr>
          <a:xfrm>
            <a:off x="2154936" y="39346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4" name="Google Shape;314;p43"/>
          <p:cNvSpPr txBox="1"/>
          <p:nvPr>
            <p:ph idx="9" type="subTitle"/>
          </p:nvPr>
        </p:nvSpPr>
        <p:spPr>
          <a:xfrm>
            <a:off x="4376928" y="1625400"/>
            <a:ext cx="2057400" cy="411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5" name="Google Shape;315;p43"/>
          <p:cNvSpPr txBox="1"/>
          <p:nvPr>
            <p:ph idx="13" type="title"/>
          </p:nvPr>
        </p:nvSpPr>
        <p:spPr>
          <a:xfrm>
            <a:off x="4377175" y="1183300"/>
            <a:ext cx="2057400" cy="411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6" name="Google Shape;316;p43"/>
          <p:cNvSpPr txBox="1"/>
          <p:nvPr>
            <p:ph idx="14" type="title"/>
          </p:nvPr>
        </p:nvSpPr>
        <p:spPr>
          <a:xfrm>
            <a:off x="4376928" y="2106168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7" name="Google Shape;317;p43"/>
          <p:cNvSpPr txBox="1"/>
          <p:nvPr>
            <p:ph idx="15" type="title"/>
          </p:nvPr>
        </p:nvSpPr>
        <p:spPr>
          <a:xfrm>
            <a:off x="4377163" y="30202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8" name="Google Shape;318;p43"/>
          <p:cNvSpPr txBox="1"/>
          <p:nvPr>
            <p:ph idx="16" type="title"/>
          </p:nvPr>
        </p:nvSpPr>
        <p:spPr>
          <a:xfrm>
            <a:off x="4377163" y="39346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19" name="Google Shape;319;p43"/>
          <p:cNvSpPr txBox="1"/>
          <p:nvPr>
            <p:ph idx="17" type="subTitle"/>
          </p:nvPr>
        </p:nvSpPr>
        <p:spPr>
          <a:xfrm>
            <a:off x="6589776" y="1625400"/>
            <a:ext cx="2057400" cy="4116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0" name="Google Shape;320;p43"/>
          <p:cNvSpPr txBox="1"/>
          <p:nvPr>
            <p:ph idx="18" type="title"/>
          </p:nvPr>
        </p:nvSpPr>
        <p:spPr>
          <a:xfrm>
            <a:off x="6586975" y="1183300"/>
            <a:ext cx="2057400" cy="4116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Roboto"/>
              <a:buNone/>
              <a:defRPr b="1" sz="10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1" name="Google Shape;321;p43"/>
          <p:cNvSpPr txBox="1"/>
          <p:nvPr>
            <p:ph idx="19" type="title"/>
          </p:nvPr>
        </p:nvSpPr>
        <p:spPr>
          <a:xfrm>
            <a:off x="6589776" y="2106168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2" name="Google Shape;322;p43"/>
          <p:cNvSpPr txBox="1"/>
          <p:nvPr>
            <p:ph idx="20" type="title"/>
          </p:nvPr>
        </p:nvSpPr>
        <p:spPr>
          <a:xfrm>
            <a:off x="6586963" y="30202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3" name="Google Shape;323;p43"/>
          <p:cNvSpPr txBox="1"/>
          <p:nvPr>
            <p:ph idx="21" type="title"/>
          </p:nvPr>
        </p:nvSpPr>
        <p:spPr>
          <a:xfrm>
            <a:off x="6586963" y="3934600"/>
            <a:ext cx="2057400" cy="768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oboto"/>
              <a:buNone/>
              <a:defRPr b="1"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LUMN FLOW CHART">
  <p:cSld name="TITLE_AND_BODY_3_1_4_1_1_1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26" name="Google Shape;326;p44"/>
          <p:cNvCxnSpPr>
            <a:stCxn id="327" idx="2"/>
            <a:endCxn id="328" idx="0"/>
          </p:cNvCxnSpPr>
          <p:nvPr/>
        </p:nvCxnSpPr>
        <p:spPr>
          <a:xfrm flipH="1" rot="-5400000">
            <a:off x="5277450" y="1447150"/>
            <a:ext cx="575700" cy="1986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44"/>
          <p:cNvCxnSpPr>
            <a:stCxn id="330" idx="0"/>
            <a:endCxn id="327" idx="2"/>
          </p:cNvCxnSpPr>
          <p:nvPr/>
        </p:nvCxnSpPr>
        <p:spPr>
          <a:xfrm rot="-5400000">
            <a:off x="3291150" y="1447450"/>
            <a:ext cx="575700" cy="1986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44"/>
          <p:cNvSpPr txBox="1"/>
          <p:nvPr>
            <p:ph idx="2" type="title"/>
          </p:nvPr>
        </p:nvSpPr>
        <p:spPr>
          <a:xfrm>
            <a:off x="3657600" y="1603900"/>
            <a:ext cx="1828800" cy="548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28" name="Google Shape;328;p44"/>
          <p:cNvSpPr txBox="1"/>
          <p:nvPr>
            <p:ph idx="3" type="title"/>
          </p:nvPr>
        </p:nvSpPr>
        <p:spPr>
          <a:xfrm>
            <a:off x="5644300" y="27283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0" name="Google Shape;330;p44"/>
          <p:cNvSpPr txBox="1"/>
          <p:nvPr>
            <p:ph idx="4" type="title"/>
          </p:nvPr>
        </p:nvSpPr>
        <p:spPr>
          <a:xfrm>
            <a:off x="1671600" y="27283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1" name="Google Shape;331;p44"/>
          <p:cNvSpPr txBox="1"/>
          <p:nvPr>
            <p:ph idx="5" type="title"/>
          </p:nvPr>
        </p:nvSpPr>
        <p:spPr>
          <a:xfrm>
            <a:off x="6607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32" name="Google Shape;332;p44"/>
          <p:cNvCxnSpPr>
            <a:stCxn id="330" idx="2"/>
            <a:endCxn id="333" idx="0"/>
          </p:cNvCxnSpPr>
          <p:nvPr/>
        </p:nvCxnSpPr>
        <p:spPr>
          <a:xfrm flipH="1" rot="-5400000">
            <a:off x="2849700" y="3013300"/>
            <a:ext cx="442800" cy="970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44"/>
          <p:cNvCxnSpPr>
            <a:stCxn id="331" idx="0"/>
            <a:endCxn id="330" idx="2"/>
          </p:cNvCxnSpPr>
          <p:nvPr/>
        </p:nvCxnSpPr>
        <p:spPr>
          <a:xfrm rot="-5400000">
            <a:off x="1859200" y="2992900"/>
            <a:ext cx="442800" cy="1011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44"/>
          <p:cNvSpPr txBox="1"/>
          <p:nvPr>
            <p:ph idx="6" type="title"/>
          </p:nvPr>
        </p:nvSpPr>
        <p:spPr>
          <a:xfrm>
            <a:off x="26419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5" name="Google Shape;335;p44"/>
          <p:cNvSpPr txBox="1"/>
          <p:nvPr>
            <p:ph idx="7" type="title"/>
          </p:nvPr>
        </p:nvSpPr>
        <p:spPr>
          <a:xfrm>
            <a:off x="46993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36" name="Google Shape;336;p44"/>
          <p:cNvCxnSpPr>
            <a:stCxn id="328" idx="2"/>
            <a:endCxn id="337" idx="0"/>
          </p:cNvCxnSpPr>
          <p:nvPr/>
        </p:nvCxnSpPr>
        <p:spPr>
          <a:xfrm flipH="1" rot="-5400000">
            <a:off x="6855400" y="2980300"/>
            <a:ext cx="442800" cy="1036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44"/>
          <p:cNvCxnSpPr>
            <a:stCxn id="335" idx="0"/>
            <a:endCxn id="328" idx="2"/>
          </p:cNvCxnSpPr>
          <p:nvPr/>
        </p:nvCxnSpPr>
        <p:spPr>
          <a:xfrm rot="-5400000">
            <a:off x="5864800" y="3025900"/>
            <a:ext cx="442800" cy="945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44"/>
          <p:cNvSpPr txBox="1"/>
          <p:nvPr>
            <p:ph idx="8" type="title"/>
          </p:nvPr>
        </p:nvSpPr>
        <p:spPr>
          <a:xfrm>
            <a:off x="6680500" y="3719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HREE COLUMN MULTI-BOX FLOW CHART">
  <p:cSld name="TITLE_AND_BODY_3_1_4_1_1_1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41" name="Google Shape;341;p45"/>
          <p:cNvCxnSpPr>
            <a:stCxn id="342" idx="0"/>
            <a:endCxn id="343" idx="2"/>
          </p:cNvCxnSpPr>
          <p:nvPr/>
        </p:nvCxnSpPr>
        <p:spPr>
          <a:xfrm rot="-5400000">
            <a:off x="2910700" y="762250"/>
            <a:ext cx="442200" cy="2880300"/>
          </a:xfrm>
          <a:prstGeom prst="bentConnector3">
            <a:avLst>
              <a:gd fmla="val 49989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45"/>
          <p:cNvSpPr txBox="1"/>
          <p:nvPr>
            <p:ph idx="2" type="title"/>
          </p:nvPr>
        </p:nvSpPr>
        <p:spPr>
          <a:xfrm>
            <a:off x="3657600" y="1432700"/>
            <a:ext cx="1828800" cy="5487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4" name="Google Shape;344;p45"/>
          <p:cNvSpPr txBox="1"/>
          <p:nvPr>
            <p:ph idx="3" type="title"/>
          </p:nvPr>
        </p:nvSpPr>
        <p:spPr>
          <a:xfrm>
            <a:off x="6482500" y="24235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2" name="Google Shape;342;p45"/>
          <p:cNvSpPr txBox="1"/>
          <p:nvPr>
            <p:ph idx="4" type="title"/>
          </p:nvPr>
        </p:nvSpPr>
        <p:spPr>
          <a:xfrm>
            <a:off x="777250" y="24235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5" name="Google Shape;345;p45"/>
          <p:cNvSpPr txBox="1"/>
          <p:nvPr>
            <p:ph idx="5" type="title"/>
          </p:nvPr>
        </p:nvSpPr>
        <p:spPr>
          <a:xfrm>
            <a:off x="774800" y="3338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6" name="Google Shape;346;p45"/>
          <p:cNvSpPr txBox="1"/>
          <p:nvPr>
            <p:ph idx="6" type="title"/>
          </p:nvPr>
        </p:nvSpPr>
        <p:spPr>
          <a:xfrm>
            <a:off x="3659500" y="24235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7" name="Google Shape;347;p45"/>
          <p:cNvSpPr txBox="1"/>
          <p:nvPr>
            <p:ph idx="7" type="title"/>
          </p:nvPr>
        </p:nvSpPr>
        <p:spPr>
          <a:xfrm>
            <a:off x="3655694" y="3338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8" name="Google Shape;348;p45"/>
          <p:cNvSpPr txBox="1"/>
          <p:nvPr>
            <p:ph idx="8" type="title"/>
          </p:nvPr>
        </p:nvSpPr>
        <p:spPr>
          <a:xfrm>
            <a:off x="6482500" y="33388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49" name="Google Shape;349;p45"/>
          <p:cNvSpPr txBox="1"/>
          <p:nvPr>
            <p:ph idx="9" type="title"/>
          </p:nvPr>
        </p:nvSpPr>
        <p:spPr>
          <a:xfrm>
            <a:off x="3655694" y="41770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0" name="Google Shape;350;p45"/>
          <p:cNvSpPr txBox="1"/>
          <p:nvPr>
            <p:ph idx="13" type="title"/>
          </p:nvPr>
        </p:nvSpPr>
        <p:spPr>
          <a:xfrm>
            <a:off x="6482500" y="41770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1" name="Google Shape;351;p45"/>
          <p:cNvSpPr txBox="1"/>
          <p:nvPr>
            <p:ph idx="14" type="title"/>
          </p:nvPr>
        </p:nvSpPr>
        <p:spPr>
          <a:xfrm>
            <a:off x="777240" y="4177000"/>
            <a:ext cx="1828800" cy="548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52" name="Google Shape;352;p45"/>
          <p:cNvCxnSpPr>
            <a:stCxn id="342" idx="2"/>
            <a:endCxn id="345" idx="0"/>
          </p:cNvCxnSpPr>
          <p:nvPr/>
        </p:nvCxnSpPr>
        <p:spPr>
          <a:xfrm flipH="1">
            <a:off x="1689250" y="2972200"/>
            <a:ext cx="2400" cy="36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45"/>
          <p:cNvCxnSpPr>
            <a:stCxn id="343" idx="2"/>
            <a:endCxn id="346" idx="0"/>
          </p:cNvCxnSpPr>
          <p:nvPr/>
        </p:nvCxnSpPr>
        <p:spPr>
          <a:xfrm>
            <a:off x="4572000" y="1981400"/>
            <a:ext cx="1800" cy="442200"/>
          </a:xfrm>
          <a:prstGeom prst="straightConnector1">
            <a:avLst/>
          </a:prstGeom>
          <a:noFill/>
          <a:ln cap="flat" cmpd="sng" w="19050">
            <a:solidFill>
              <a:srgbClr val="E8638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45"/>
          <p:cNvCxnSpPr>
            <a:stCxn id="346" idx="2"/>
            <a:endCxn id="347" idx="0"/>
          </p:cNvCxnSpPr>
          <p:nvPr/>
        </p:nvCxnSpPr>
        <p:spPr>
          <a:xfrm flipH="1">
            <a:off x="4570000" y="2972200"/>
            <a:ext cx="3900" cy="36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45"/>
          <p:cNvCxnSpPr>
            <a:stCxn id="344" idx="2"/>
            <a:endCxn id="348" idx="0"/>
          </p:cNvCxnSpPr>
          <p:nvPr/>
        </p:nvCxnSpPr>
        <p:spPr>
          <a:xfrm>
            <a:off x="7396900" y="2972200"/>
            <a:ext cx="0" cy="366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45"/>
          <p:cNvCxnSpPr>
            <a:stCxn id="348" idx="2"/>
            <a:endCxn id="350" idx="0"/>
          </p:cNvCxnSpPr>
          <p:nvPr/>
        </p:nvCxnSpPr>
        <p:spPr>
          <a:xfrm>
            <a:off x="7396900" y="3887500"/>
            <a:ext cx="0" cy="2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5"/>
          <p:cNvCxnSpPr>
            <a:stCxn id="347" idx="2"/>
            <a:endCxn id="349" idx="0"/>
          </p:cNvCxnSpPr>
          <p:nvPr/>
        </p:nvCxnSpPr>
        <p:spPr>
          <a:xfrm>
            <a:off x="4570094" y="3887500"/>
            <a:ext cx="0" cy="2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45"/>
          <p:cNvCxnSpPr>
            <a:stCxn id="345" idx="2"/>
            <a:endCxn id="351" idx="0"/>
          </p:cNvCxnSpPr>
          <p:nvPr/>
        </p:nvCxnSpPr>
        <p:spPr>
          <a:xfrm>
            <a:off x="1689200" y="3887500"/>
            <a:ext cx="2400" cy="28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45"/>
          <p:cNvCxnSpPr>
            <a:stCxn id="344" idx="0"/>
            <a:endCxn id="343" idx="2"/>
          </p:cNvCxnSpPr>
          <p:nvPr/>
        </p:nvCxnSpPr>
        <p:spPr>
          <a:xfrm flipH="1" rot="5400000">
            <a:off x="5763400" y="790000"/>
            <a:ext cx="442200" cy="2824800"/>
          </a:xfrm>
          <a:prstGeom prst="bentConnector3">
            <a:avLst>
              <a:gd fmla="val 4998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HREE COLUMN FLOW CHART 1">
  <p:cSld name="TITLE_AND_BODY_3_1_4_1_1_1_1_1_2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6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62" name="Google Shape;362;p46"/>
          <p:cNvCxnSpPr>
            <a:stCxn id="363" idx="0"/>
            <a:endCxn id="364" idx="2"/>
          </p:cNvCxnSpPr>
          <p:nvPr/>
        </p:nvCxnSpPr>
        <p:spPr>
          <a:xfrm rot="-5400000">
            <a:off x="2846646" y="126438"/>
            <a:ext cx="420600" cy="30207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rgbClr val="E86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4" name="Google Shape;364;p46"/>
          <p:cNvSpPr txBox="1"/>
          <p:nvPr>
            <p:ph idx="2" type="title"/>
          </p:nvPr>
        </p:nvSpPr>
        <p:spPr>
          <a:xfrm>
            <a:off x="3547872" y="859536"/>
            <a:ext cx="2039100" cy="567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5" name="Google Shape;365;p46"/>
          <p:cNvSpPr txBox="1"/>
          <p:nvPr>
            <p:ph idx="3" type="title"/>
          </p:nvPr>
        </p:nvSpPr>
        <p:spPr>
          <a:xfrm>
            <a:off x="6309360" y="1847088"/>
            <a:ext cx="2469000" cy="694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3" name="Google Shape;363;p46"/>
          <p:cNvSpPr txBox="1"/>
          <p:nvPr>
            <p:ph idx="4" type="title"/>
          </p:nvPr>
        </p:nvSpPr>
        <p:spPr>
          <a:xfrm>
            <a:off x="312096" y="1847088"/>
            <a:ext cx="2469000" cy="694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6" name="Google Shape;366;p46"/>
          <p:cNvSpPr txBox="1"/>
          <p:nvPr>
            <p:ph idx="5" type="title"/>
          </p:nvPr>
        </p:nvSpPr>
        <p:spPr>
          <a:xfrm>
            <a:off x="310896" y="2762388"/>
            <a:ext cx="2469000" cy="19659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  <a:defRPr b="1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7" name="Google Shape;367;p46"/>
          <p:cNvSpPr txBox="1"/>
          <p:nvPr>
            <p:ph idx="6" type="title"/>
          </p:nvPr>
        </p:nvSpPr>
        <p:spPr>
          <a:xfrm>
            <a:off x="3338166" y="1847088"/>
            <a:ext cx="2469000" cy="694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"/>
              <a:buNone/>
              <a:defRPr b="1" sz="1200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8" name="Google Shape;368;p46"/>
          <p:cNvSpPr txBox="1"/>
          <p:nvPr>
            <p:ph idx="7" type="title"/>
          </p:nvPr>
        </p:nvSpPr>
        <p:spPr>
          <a:xfrm>
            <a:off x="3337560" y="2762388"/>
            <a:ext cx="2469000" cy="19659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  <a:defRPr b="1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69" name="Google Shape;369;p46"/>
          <p:cNvSpPr txBox="1"/>
          <p:nvPr>
            <p:ph idx="8" type="title"/>
          </p:nvPr>
        </p:nvSpPr>
        <p:spPr>
          <a:xfrm>
            <a:off x="6309360" y="2762388"/>
            <a:ext cx="2469000" cy="1965900"/>
          </a:xfrm>
          <a:prstGeom prst="rect">
            <a:avLst/>
          </a:prstGeom>
          <a:solidFill>
            <a:schemeClr val="accent4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"/>
              <a:buNone/>
              <a:defRPr b="1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cxnSp>
        <p:nvCxnSpPr>
          <p:cNvPr id="370" name="Google Shape;370;p46"/>
          <p:cNvCxnSpPr>
            <a:stCxn id="363" idx="2"/>
            <a:endCxn id="366" idx="0"/>
          </p:cNvCxnSpPr>
          <p:nvPr/>
        </p:nvCxnSpPr>
        <p:spPr>
          <a:xfrm flipH="1">
            <a:off x="1545396" y="2541888"/>
            <a:ext cx="1200" cy="22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46"/>
          <p:cNvCxnSpPr>
            <a:stCxn id="364" idx="2"/>
            <a:endCxn id="367" idx="0"/>
          </p:cNvCxnSpPr>
          <p:nvPr/>
        </p:nvCxnSpPr>
        <p:spPr>
          <a:xfrm>
            <a:off x="4567422" y="1426536"/>
            <a:ext cx="5100" cy="420600"/>
          </a:xfrm>
          <a:prstGeom prst="straightConnector1">
            <a:avLst/>
          </a:prstGeom>
          <a:noFill/>
          <a:ln cap="flat" cmpd="sng" w="19050">
            <a:solidFill>
              <a:srgbClr val="E8638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46"/>
          <p:cNvCxnSpPr>
            <a:stCxn id="367" idx="2"/>
            <a:endCxn id="368" idx="0"/>
          </p:cNvCxnSpPr>
          <p:nvPr/>
        </p:nvCxnSpPr>
        <p:spPr>
          <a:xfrm flipH="1">
            <a:off x="4572066" y="2541888"/>
            <a:ext cx="600" cy="22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6"/>
          <p:cNvCxnSpPr>
            <a:stCxn id="365" idx="2"/>
            <a:endCxn id="369" idx="0"/>
          </p:cNvCxnSpPr>
          <p:nvPr/>
        </p:nvCxnSpPr>
        <p:spPr>
          <a:xfrm>
            <a:off x="7543860" y="2541888"/>
            <a:ext cx="0" cy="220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46"/>
          <p:cNvCxnSpPr>
            <a:stCxn id="365" idx="0"/>
            <a:endCxn id="364" idx="2"/>
          </p:cNvCxnSpPr>
          <p:nvPr/>
        </p:nvCxnSpPr>
        <p:spPr>
          <a:xfrm flipH="1" rot="5400000">
            <a:off x="5845410" y="148638"/>
            <a:ext cx="420600" cy="29763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BLANK SPACE">
  <p:cSld name="TITLE_AND_BODY_3_1_4_1_1_1_1_1_1_1_1_1_1_1_2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7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HITE">
  <p:cSld name="TITLE_AND_BODY_3_1_4_1_1_1_1_1_1_1_1_1_1_1_2_3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ARROWS">
  <p:cSld name="TITLE_AND_BODY_3_1_4_1_1_1_1_1_1_1_1_1_1_1_2_2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9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grpSp>
        <p:nvGrpSpPr>
          <p:cNvPr id="380" name="Google Shape;380;p49"/>
          <p:cNvGrpSpPr/>
          <p:nvPr/>
        </p:nvGrpSpPr>
        <p:grpSpPr>
          <a:xfrm>
            <a:off x="790575" y="1547925"/>
            <a:ext cx="2209800" cy="447600"/>
            <a:chOff x="790575" y="2462325"/>
            <a:chExt cx="2209800" cy="447600"/>
          </a:xfrm>
        </p:grpSpPr>
        <p:sp>
          <p:nvSpPr>
            <p:cNvPr id="381" name="Google Shape;381;p49"/>
            <p:cNvSpPr/>
            <p:nvPr/>
          </p:nvSpPr>
          <p:spPr>
            <a:xfrm>
              <a:off x="1381275" y="2562225"/>
              <a:ext cx="1619100" cy="247800"/>
            </a:xfrm>
            <a:prstGeom prst="chevro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49"/>
            <p:cNvSpPr/>
            <p:nvPr/>
          </p:nvSpPr>
          <p:spPr>
            <a:xfrm>
              <a:off x="790575" y="2562225"/>
              <a:ext cx="600000" cy="247800"/>
            </a:xfrm>
            <a:prstGeom prst="chevron">
              <a:avLst>
                <a:gd fmla="val 50000" name="adj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9"/>
            <p:cNvSpPr/>
            <p:nvPr/>
          </p:nvSpPr>
          <p:spPr>
            <a:xfrm>
              <a:off x="1076325" y="2562225"/>
              <a:ext cx="380700" cy="24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49"/>
            <p:cNvSpPr/>
            <p:nvPr/>
          </p:nvSpPr>
          <p:spPr>
            <a:xfrm>
              <a:off x="1028700" y="2462325"/>
              <a:ext cx="476400" cy="447600"/>
            </a:xfrm>
            <a:prstGeom prst="donut">
              <a:avLst>
                <a:gd fmla="val 12543" name="adj"/>
              </a:avLst>
            </a:prstGeom>
            <a:solidFill>
              <a:schemeClr val="lt2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49"/>
          <p:cNvGrpSpPr/>
          <p:nvPr/>
        </p:nvGrpSpPr>
        <p:grpSpPr>
          <a:xfrm>
            <a:off x="790575" y="2843325"/>
            <a:ext cx="2209800" cy="447600"/>
            <a:chOff x="790575" y="2462325"/>
            <a:chExt cx="2209800" cy="447600"/>
          </a:xfrm>
        </p:grpSpPr>
        <p:sp>
          <p:nvSpPr>
            <p:cNvPr id="386" name="Google Shape;386;p49"/>
            <p:cNvSpPr/>
            <p:nvPr/>
          </p:nvSpPr>
          <p:spPr>
            <a:xfrm>
              <a:off x="1381275" y="2562225"/>
              <a:ext cx="1619100" cy="247800"/>
            </a:xfrm>
            <a:prstGeom prst="chevron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49"/>
            <p:cNvSpPr/>
            <p:nvPr/>
          </p:nvSpPr>
          <p:spPr>
            <a:xfrm>
              <a:off x="790575" y="2562225"/>
              <a:ext cx="600000" cy="247800"/>
            </a:xfrm>
            <a:prstGeom prst="chevron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49"/>
            <p:cNvSpPr/>
            <p:nvPr/>
          </p:nvSpPr>
          <p:spPr>
            <a:xfrm>
              <a:off x="1076325" y="2562225"/>
              <a:ext cx="380700" cy="24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9"/>
            <p:cNvSpPr/>
            <p:nvPr/>
          </p:nvSpPr>
          <p:spPr>
            <a:xfrm>
              <a:off x="1028700" y="2462325"/>
              <a:ext cx="476400" cy="447600"/>
            </a:xfrm>
            <a:prstGeom prst="donut">
              <a:avLst>
                <a:gd fmla="val 12543" name="adj"/>
              </a:avLst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0" name="Google Shape;390;p49"/>
          <p:cNvGrpSpPr/>
          <p:nvPr/>
        </p:nvGrpSpPr>
        <p:grpSpPr>
          <a:xfrm>
            <a:off x="790575" y="4062525"/>
            <a:ext cx="2209800" cy="447600"/>
            <a:chOff x="790575" y="2462325"/>
            <a:chExt cx="2209800" cy="447600"/>
          </a:xfrm>
        </p:grpSpPr>
        <p:sp>
          <p:nvSpPr>
            <p:cNvPr id="391" name="Google Shape;391;p49"/>
            <p:cNvSpPr/>
            <p:nvPr/>
          </p:nvSpPr>
          <p:spPr>
            <a:xfrm>
              <a:off x="1381275" y="2562225"/>
              <a:ext cx="1619100" cy="2478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9"/>
            <p:cNvSpPr/>
            <p:nvPr/>
          </p:nvSpPr>
          <p:spPr>
            <a:xfrm>
              <a:off x="790575" y="2562225"/>
              <a:ext cx="600000" cy="247800"/>
            </a:xfrm>
            <a:prstGeom prst="chevron">
              <a:avLst>
                <a:gd fmla="val 50000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49"/>
            <p:cNvSpPr/>
            <p:nvPr/>
          </p:nvSpPr>
          <p:spPr>
            <a:xfrm>
              <a:off x="1076325" y="2562225"/>
              <a:ext cx="380700" cy="247800"/>
            </a:xfrm>
            <a:prstGeom prst="rect">
              <a:avLst/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49"/>
            <p:cNvSpPr/>
            <p:nvPr/>
          </p:nvSpPr>
          <p:spPr>
            <a:xfrm>
              <a:off x="1028700" y="2462325"/>
              <a:ext cx="476400" cy="447600"/>
            </a:xfrm>
            <a:prstGeom prst="donut">
              <a:avLst>
                <a:gd fmla="val 12543" name="adj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5" name="Google Shape;395;p49"/>
          <p:cNvSpPr/>
          <p:nvPr/>
        </p:nvSpPr>
        <p:spPr>
          <a:xfrm>
            <a:off x="3619500" y="11573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9"/>
          <p:cNvSpPr/>
          <p:nvPr/>
        </p:nvSpPr>
        <p:spPr>
          <a:xfrm>
            <a:off x="5372100" y="11573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9"/>
          <p:cNvSpPr/>
          <p:nvPr/>
        </p:nvSpPr>
        <p:spPr>
          <a:xfrm>
            <a:off x="7048500" y="11573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9"/>
          <p:cNvSpPr/>
          <p:nvPr/>
        </p:nvSpPr>
        <p:spPr>
          <a:xfrm>
            <a:off x="3619500" y="24527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9"/>
          <p:cNvSpPr/>
          <p:nvPr/>
        </p:nvSpPr>
        <p:spPr>
          <a:xfrm>
            <a:off x="5372100" y="24527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9"/>
          <p:cNvSpPr/>
          <p:nvPr/>
        </p:nvSpPr>
        <p:spPr>
          <a:xfrm>
            <a:off x="7048500" y="24527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9"/>
          <p:cNvSpPr/>
          <p:nvPr/>
        </p:nvSpPr>
        <p:spPr>
          <a:xfrm>
            <a:off x="3619500" y="36719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9"/>
          <p:cNvSpPr/>
          <p:nvPr/>
        </p:nvSpPr>
        <p:spPr>
          <a:xfrm>
            <a:off x="5372100" y="36719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/>
          <p:nvPr/>
        </p:nvSpPr>
        <p:spPr>
          <a:xfrm>
            <a:off x="7048500" y="3671925"/>
            <a:ext cx="1200000" cy="1143000"/>
          </a:xfrm>
          <a:prstGeom prst="donut">
            <a:avLst>
              <a:gd fmla="val 665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9"/>
          <p:cNvSpPr txBox="1"/>
          <p:nvPr>
            <p:ph idx="1" type="subTitle"/>
          </p:nvPr>
        </p:nvSpPr>
        <p:spPr>
          <a:xfrm>
            <a:off x="3752850" y="14097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49"/>
          <p:cNvSpPr txBox="1"/>
          <p:nvPr>
            <p:ph idx="2" type="subTitle"/>
          </p:nvPr>
        </p:nvSpPr>
        <p:spPr>
          <a:xfrm>
            <a:off x="5505450" y="14097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6" name="Google Shape;406;p49"/>
          <p:cNvSpPr txBox="1"/>
          <p:nvPr>
            <p:ph idx="3" type="subTitle"/>
          </p:nvPr>
        </p:nvSpPr>
        <p:spPr>
          <a:xfrm>
            <a:off x="7181850" y="14097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7" name="Google Shape;407;p49"/>
          <p:cNvSpPr txBox="1"/>
          <p:nvPr>
            <p:ph idx="4" type="subTitle"/>
          </p:nvPr>
        </p:nvSpPr>
        <p:spPr>
          <a:xfrm>
            <a:off x="3752850" y="27051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8" name="Google Shape;408;p49"/>
          <p:cNvSpPr txBox="1"/>
          <p:nvPr>
            <p:ph idx="5" type="subTitle"/>
          </p:nvPr>
        </p:nvSpPr>
        <p:spPr>
          <a:xfrm>
            <a:off x="5505450" y="27051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9" name="Google Shape;409;p49"/>
          <p:cNvSpPr txBox="1"/>
          <p:nvPr>
            <p:ph idx="6" type="subTitle"/>
          </p:nvPr>
        </p:nvSpPr>
        <p:spPr>
          <a:xfrm>
            <a:off x="7181850" y="27051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0" name="Google Shape;410;p49"/>
          <p:cNvSpPr txBox="1"/>
          <p:nvPr>
            <p:ph idx="7" type="subTitle"/>
          </p:nvPr>
        </p:nvSpPr>
        <p:spPr>
          <a:xfrm>
            <a:off x="3752850" y="39243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49"/>
          <p:cNvSpPr txBox="1"/>
          <p:nvPr>
            <p:ph idx="8" type="subTitle"/>
          </p:nvPr>
        </p:nvSpPr>
        <p:spPr>
          <a:xfrm>
            <a:off x="5505450" y="39243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2" name="Google Shape;412;p49"/>
          <p:cNvSpPr txBox="1"/>
          <p:nvPr>
            <p:ph idx="9" type="subTitle"/>
          </p:nvPr>
        </p:nvSpPr>
        <p:spPr>
          <a:xfrm>
            <a:off x="7181850" y="3924300"/>
            <a:ext cx="9048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3" name="Google Shape;413;p49"/>
          <p:cNvSpPr txBox="1"/>
          <p:nvPr>
            <p:ph idx="13" type="subTitle"/>
          </p:nvPr>
        </p:nvSpPr>
        <p:spPr>
          <a:xfrm>
            <a:off x="1552575" y="1682496"/>
            <a:ext cx="1305000" cy="2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b="1"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4" name="Google Shape;414;p49"/>
          <p:cNvSpPr txBox="1"/>
          <p:nvPr>
            <p:ph idx="14" type="subTitle"/>
          </p:nvPr>
        </p:nvSpPr>
        <p:spPr>
          <a:xfrm>
            <a:off x="1552575" y="2990088"/>
            <a:ext cx="1305000" cy="2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b="1" sz="10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5" name="Google Shape;415;p49"/>
          <p:cNvSpPr txBox="1"/>
          <p:nvPr>
            <p:ph idx="15" type="subTitle"/>
          </p:nvPr>
        </p:nvSpPr>
        <p:spPr>
          <a:xfrm>
            <a:off x="1552575" y="4197096"/>
            <a:ext cx="1305000" cy="20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"/>
              <a:buFont typeface="Roboto"/>
              <a:buNone/>
              <a:defRPr b="1" sz="10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4 PART BREAKDOWN">
  <p:cSld name="TITLE_AND_BODY_3_1_4_1_1_1_1_1_1_1_1_1_1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0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18" name="Google Shape;418;p50"/>
          <p:cNvSpPr/>
          <p:nvPr/>
        </p:nvSpPr>
        <p:spPr>
          <a:xfrm>
            <a:off x="4758563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0"/>
          <p:cNvSpPr/>
          <p:nvPr/>
        </p:nvSpPr>
        <p:spPr>
          <a:xfrm>
            <a:off x="2975738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50"/>
          <p:cNvSpPr/>
          <p:nvPr/>
        </p:nvSpPr>
        <p:spPr>
          <a:xfrm>
            <a:off x="1192888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8890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1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2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3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4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5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6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7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88900" lvl="8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50"/>
          <p:cNvSpPr/>
          <p:nvPr/>
        </p:nvSpPr>
        <p:spPr>
          <a:xfrm>
            <a:off x="6541388" y="1554480"/>
            <a:ext cx="1409700" cy="1876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E96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50"/>
          <p:cNvSpPr txBox="1"/>
          <p:nvPr>
            <p:ph idx="1" type="subTitle"/>
          </p:nvPr>
        </p:nvSpPr>
        <p:spPr>
          <a:xfrm>
            <a:off x="1266825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50"/>
          <p:cNvSpPr txBox="1"/>
          <p:nvPr>
            <p:ph idx="2" type="subTitle"/>
          </p:nvPr>
        </p:nvSpPr>
        <p:spPr>
          <a:xfrm>
            <a:off x="1192800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4" name="Google Shape;424;p50"/>
          <p:cNvSpPr txBox="1"/>
          <p:nvPr>
            <p:ph idx="3" type="subTitle"/>
          </p:nvPr>
        </p:nvSpPr>
        <p:spPr>
          <a:xfrm>
            <a:off x="1190625" y="4295775"/>
            <a:ext cx="6760500" cy="3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Roboto Medium"/>
              <a:buNone/>
              <a:defRPr sz="1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5" name="Google Shape;425;p50"/>
          <p:cNvSpPr txBox="1"/>
          <p:nvPr>
            <p:ph idx="4" type="subTitle"/>
          </p:nvPr>
        </p:nvSpPr>
        <p:spPr>
          <a:xfrm>
            <a:off x="3036681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6" name="Google Shape;426;p50"/>
          <p:cNvSpPr txBox="1"/>
          <p:nvPr>
            <p:ph idx="5" type="subTitle"/>
          </p:nvPr>
        </p:nvSpPr>
        <p:spPr>
          <a:xfrm>
            <a:off x="2962656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7" name="Google Shape;427;p50"/>
          <p:cNvSpPr txBox="1"/>
          <p:nvPr>
            <p:ph idx="6" type="subTitle"/>
          </p:nvPr>
        </p:nvSpPr>
        <p:spPr>
          <a:xfrm>
            <a:off x="4828905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8" name="Google Shape;428;p50"/>
          <p:cNvSpPr txBox="1"/>
          <p:nvPr>
            <p:ph idx="7" type="subTitle"/>
          </p:nvPr>
        </p:nvSpPr>
        <p:spPr>
          <a:xfrm>
            <a:off x="4754880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9" name="Google Shape;429;p50"/>
          <p:cNvSpPr txBox="1"/>
          <p:nvPr>
            <p:ph idx="8" type="subTitle"/>
          </p:nvPr>
        </p:nvSpPr>
        <p:spPr>
          <a:xfrm>
            <a:off x="6600825" y="1642050"/>
            <a:ext cx="1276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0" name="Google Shape;430;p50"/>
          <p:cNvSpPr txBox="1"/>
          <p:nvPr>
            <p:ph idx="9" type="subTitle"/>
          </p:nvPr>
        </p:nvSpPr>
        <p:spPr>
          <a:xfrm>
            <a:off x="6526800" y="3514725"/>
            <a:ext cx="1409700" cy="2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LARGE TEXT BOX 1">
  <p:cSld name="TITLE_AND_BODY_3_1_5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1"/>
          <p:cNvSpPr txBox="1"/>
          <p:nvPr>
            <p:ph idx="1" type="body"/>
          </p:nvPr>
        </p:nvSpPr>
        <p:spPr>
          <a:xfrm>
            <a:off x="0" y="1143000"/>
            <a:ext cx="91440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3" name="Google Shape;433;p51"/>
          <p:cNvSpPr txBox="1"/>
          <p:nvPr>
            <p:ph type="title"/>
          </p:nvPr>
        </p:nvSpPr>
        <p:spPr>
          <a:xfrm>
            <a:off x="0" y="0"/>
            <a:ext cx="45720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2" Type="http://schemas.openxmlformats.org/officeDocument/2006/relationships/theme" Target="../theme/theme2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Roboto Black"/>
              <a:buNone/>
              <a:defRPr sz="4000">
                <a:solidFill>
                  <a:schemeClr val="accent1"/>
                </a:solidFill>
                <a:latin typeface="Roboto Black"/>
                <a:ea typeface="Roboto Black"/>
                <a:cs typeface="Roboto Black"/>
                <a:sym typeface="Roboto Black"/>
              </a:defRPr>
            </a:lvl1pPr>
            <a:lvl2pPr lvl="1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2pPr>
            <a:lvl3pPr lvl="2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3pPr>
            <a:lvl4pPr lvl="3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4pPr>
            <a:lvl5pPr lvl="4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5pPr>
            <a:lvl6pPr lvl="5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6pPr>
            <a:lvl7pPr lvl="6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7pPr>
            <a:lvl8pPr lvl="7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8pPr>
            <a:lvl9pPr lvl="8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 sz="2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0" y="1139700"/>
            <a:ext cx="45720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●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04800" lvl="1" marL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○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04800" lvl="2" marL="13716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■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04800" lvl="3" marL="18288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●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04800" lvl="4" marL="22860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○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04800" lvl="5" marL="27432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■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04800" lvl="6" marL="3200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●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04800" lvl="7" marL="36576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○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04800" lvl="8" marL="41148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 Light"/>
              <a:buChar char="■"/>
              <a:defRPr sz="12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figma.com/design/T5WoIoi7eGP2B46g9U0Scp/Digital-Developer-Assignment?node-id=0-1&amp;m=dev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2"/>
          <p:cNvSpPr txBox="1"/>
          <p:nvPr>
            <p:ph type="title"/>
          </p:nvPr>
        </p:nvSpPr>
        <p:spPr>
          <a:xfrm>
            <a:off x="0" y="11430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400"/>
              <a:t>RUBEN’S</a:t>
            </a:r>
            <a:endParaRPr i="1" sz="8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400"/>
              <a:t>DECK ASSIGNMENT</a:t>
            </a:r>
            <a:endParaRPr sz="8400"/>
          </a:p>
        </p:txBody>
      </p:sp>
      <p:sp>
        <p:nvSpPr>
          <p:cNvPr id="439" name="Google Shape;439;p52"/>
          <p:cNvSpPr txBox="1"/>
          <p:nvPr>
            <p:ph idx="1" type="subTitle"/>
          </p:nvPr>
        </p:nvSpPr>
        <p:spPr>
          <a:xfrm>
            <a:off x="0" y="4023360"/>
            <a:ext cx="91440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INTERVIEW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/>
          <p:nvPr>
            <p:ph type="title"/>
          </p:nvPr>
        </p:nvSpPr>
        <p:spPr>
          <a:xfrm>
            <a:off x="0" y="11430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GOODR5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 UP</a:t>
            </a:r>
            <a:endParaRPr/>
          </a:p>
        </p:txBody>
      </p:sp>
      <p:sp>
        <p:nvSpPr>
          <p:cNvPr id="445" name="Google Shape;445;p53"/>
          <p:cNvSpPr txBox="1"/>
          <p:nvPr>
            <p:ph idx="1" type="subTitle"/>
          </p:nvPr>
        </p:nvSpPr>
        <p:spPr>
          <a:xfrm>
            <a:off x="0" y="4023360"/>
            <a:ext cx="9144000" cy="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BUILD//TEST//IMPLEMENT//RECOVERY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4"/>
          <p:cNvSpPr txBox="1"/>
          <p:nvPr>
            <p:ph idx="1" type="body"/>
          </p:nvPr>
        </p:nvSpPr>
        <p:spPr>
          <a:xfrm>
            <a:off x="0" y="547200"/>
            <a:ext cx="4767300" cy="436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Test Environment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https://boobenholes.myshopify.com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Password: saltyfeet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GitHub Repository</a:t>
            </a:r>
            <a:r>
              <a:rPr lang="en"/>
              <a:t> </a:t>
            </a:r>
            <a:r>
              <a:rPr lang="en"/>
              <a:t>https://github.com/boobenholes/DigitalDevPopUpAssignment.git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README: </a:t>
            </a:r>
            <a:r>
              <a:rPr lang="en"/>
              <a:t>/README.md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Section Location: /</a:t>
            </a:r>
            <a:r>
              <a:rPr lang="en">
                <a:solidFill>
                  <a:schemeClr val="lt1"/>
                </a:solidFill>
              </a:rPr>
              <a:t>sections/goodr5-popup.liquid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Deliverables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</a:t>
            </a:r>
            <a:r>
              <a:rPr lang="en"/>
              <a:t>Pop up(Modal) built as a Shopify section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/sections/goodr5-popup.liquid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Triggers, Persisted Dismiss State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button, X, nah.., esc key, clicking off, session cookies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Spec Accurate, </a:t>
            </a:r>
            <a:r>
              <a:rPr lang="en"/>
              <a:t>Accessible</a:t>
            </a:r>
            <a:r>
              <a:rPr lang="en"/>
              <a:t>, Responsive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goodr branding, mobile first approach, tabbing around, button response(desktop only)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Prod Safe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b</a:t>
            </a:r>
            <a:r>
              <a:rPr i="1" lang="en" sz="900"/>
              <a:t>uilt-in “enable” toggle, </a:t>
            </a:r>
            <a:r>
              <a:rPr i="1" lang="en" sz="900"/>
              <a:t>segmented</a:t>
            </a:r>
            <a:r>
              <a:rPr i="1" lang="en" sz="900"/>
              <a:t> classes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Event Logging, Integration Stubs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trigger event logging(timestamps, button clicks, etc..), button automatically applies discount redirects to “all products”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4"/>
          <p:cNvSpPr txBox="1"/>
          <p:nvPr>
            <p:ph type="title"/>
          </p:nvPr>
        </p:nvSpPr>
        <p:spPr>
          <a:xfrm>
            <a:off x="0" y="0"/>
            <a:ext cx="4572000" cy="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</a:t>
            </a:r>
            <a:endParaRPr/>
          </a:p>
        </p:txBody>
      </p:sp>
      <p:pic>
        <p:nvPicPr>
          <p:cNvPr id="452" name="Google Shape;452;p54" title="Screenshot 2026-02-08 at 9.07.22 PM.png"/>
          <p:cNvPicPr preferRelativeResize="0"/>
          <p:nvPr/>
        </p:nvPicPr>
        <p:blipFill rotWithShape="1">
          <a:blip r:embed="rId3">
            <a:alphaModFix/>
          </a:blip>
          <a:srcRect b="0" l="0" r="40989" t="0"/>
          <a:stretch/>
        </p:blipFill>
        <p:spPr>
          <a:xfrm>
            <a:off x="4571100" y="0"/>
            <a:ext cx="4572001" cy="491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55" title="Screenshot 2026-02-08 at 1.01.42 P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4315" l="0" r="-10" t="0"/>
          <a:stretch/>
        </p:blipFill>
        <p:spPr>
          <a:xfrm>
            <a:off x="310900" y="619600"/>
            <a:ext cx="5634202" cy="3437624"/>
          </a:xfrm>
          <a:prstGeom prst="rect">
            <a:avLst/>
          </a:prstGeom>
        </p:spPr>
      </p:pic>
      <p:pic>
        <p:nvPicPr>
          <p:cNvPr id="458" name="Google Shape;458;p55" title="Screenshot_2026-02-08-12-54-07-26_3aea4af51f236e4932235fdada7d1643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0258" y="126299"/>
            <a:ext cx="1948224" cy="4337101"/>
          </a:xfrm>
          <a:prstGeom prst="rect">
            <a:avLst/>
          </a:prstGeom>
        </p:spPr>
      </p:pic>
      <p:sp>
        <p:nvSpPr>
          <p:cNvPr id="459" name="Google Shape;459;p55"/>
          <p:cNvSpPr txBox="1"/>
          <p:nvPr>
            <p:ph idx="4294967295" type="body"/>
          </p:nvPr>
        </p:nvSpPr>
        <p:spPr>
          <a:xfrm>
            <a:off x="2246450" y="4057225"/>
            <a:ext cx="1763100" cy="2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~ desktop//macOS//Safari</a:t>
            </a:r>
            <a:endParaRPr i="1" sz="1000"/>
          </a:p>
        </p:txBody>
      </p:sp>
      <p:sp>
        <p:nvSpPr>
          <p:cNvPr id="460" name="Google Shape;460;p55"/>
          <p:cNvSpPr txBox="1"/>
          <p:nvPr>
            <p:ph idx="4294967295" type="body"/>
          </p:nvPr>
        </p:nvSpPr>
        <p:spPr>
          <a:xfrm>
            <a:off x="6632813" y="4463400"/>
            <a:ext cx="1763100" cy="2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/>
              <a:t>~ mobile//Android//Firefox</a:t>
            </a:r>
            <a:endParaRPr i="1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6"/>
          <p:cNvSpPr txBox="1"/>
          <p:nvPr>
            <p:ph idx="1" type="body"/>
          </p:nvPr>
        </p:nvSpPr>
        <p:spPr>
          <a:xfrm>
            <a:off x="0" y="1354200"/>
            <a:ext cx="4572000" cy="3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TESTING//VALIDATION</a:t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Browsers: Google Chrome(desktop), Safari(macOS, iOS), Firefox(Android)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Layout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c</a:t>
            </a:r>
            <a:r>
              <a:rPr i="1" lang="en" sz="900"/>
              <a:t>olor validation, alignment, and </a:t>
            </a:r>
            <a:r>
              <a:rPr i="1" lang="en" sz="900"/>
              <a:t>functionality</a:t>
            </a:r>
            <a:endParaRPr i="1"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Mobile Responsiveness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google chrome devtools, ensuring the pop up responds both on desktop and mobile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Accessibility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zoom, tab and esc keys usage and functionality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Safety Checks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ensure pop up is in disabled state when sent to production</a:t>
            </a:r>
            <a:endParaRPr i="1" sz="900"/>
          </a:p>
        </p:txBody>
      </p:sp>
      <p:sp>
        <p:nvSpPr>
          <p:cNvPr id="466" name="Google Shape;466;p56"/>
          <p:cNvSpPr txBox="1"/>
          <p:nvPr>
            <p:ph type="title"/>
          </p:nvPr>
        </p:nvSpPr>
        <p:spPr>
          <a:xfrm>
            <a:off x="0" y="0"/>
            <a:ext cx="45720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RELEASE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467" name="Google Shape;467;p56"/>
          <p:cNvSpPr txBox="1"/>
          <p:nvPr>
            <p:ph idx="1" type="body"/>
          </p:nvPr>
        </p:nvSpPr>
        <p:spPr>
          <a:xfrm>
            <a:off x="4572000" y="0"/>
            <a:ext cx="4572000" cy="49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RELEASE//RECOVERY//COMMS</a:t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Duplicate live theme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e</a:t>
            </a:r>
            <a:r>
              <a:rPr i="1" lang="en" sz="900"/>
              <a:t>asily revert to previous theme, if needed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Share with UX, Creative teams for sign off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screenshots &amp; preview links 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Utilize Pull Requests/Reviews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c</a:t>
            </a:r>
            <a:r>
              <a:rPr i="1" lang="en" sz="900"/>
              <a:t>ollaborating</a:t>
            </a:r>
            <a:r>
              <a:rPr i="1" lang="en" sz="900"/>
              <a:t> with Systems for quality control, logic reviews, integration dependencies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Shipping live code with pop up “off”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launch day, use toggle “off” feature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DR Procedures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low impact: toggle pop up “off” (launch day mis-queue, etc..)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high impact: revert back to previous theme (integration, layout, etc</a:t>
            </a:r>
            <a:r>
              <a:rPr i="1" lang="en" sz="900"/>
              <a:t>..</a:t>
            </a:r>
            <a:r>
              <a:rPr i="1" lang="en" sz="900"/>
              <a:t>)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Involve E-Comms Team for DR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/>
              <a:t>d</a:t>
            </a:r>
            <a:r>
              <a:rPr i="1" lang="en" sz="900"/>
              <a:t>evelop</a:t>
            </a:r>
            <a:r>
              <a:rPr i="1" lang="en" sz="900"/>
              <a:t> and discus primary, alternate, </a:t>
            </a:r>
            <a:r>
              <a:rPr i="1" lang="en" sz="900"/>
              <a:t>contingent</a:t>
            </a:r>
            <a:r>
              <a:rPr i="1" lang="en" sz="900"/>
              <a:t>, &amp; emergency comms(PACE List) &amp; direct team to README for disaster recovery procedure review</a:t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7"/>
          <p:cNvSpPr txBox="1"/>
          <p:nvPr>
            <p:ph idx="1" type="body"/>
          </p:nvPr>
        </p:nvSpPr>
        <p:spPr>
          <a:xfrm>
            <a:off x="0" y="1354200"/>
            <a:ext cx="4572000" cy="35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UX</a:t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g</a:t>
            </a:r>
            <a:r>
              <a:rPr lang="en"/>
              <a:t>oodr logo and fonts were tricky to get to spec. Referenced goodr.com using Chrome DevTools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Took some artistic freedom by leaving </a:t>
            </a:r>
            <a:r>
              <a:rPr lang="en"/>
              <a:t>the gray overlay behind the pop up box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Working with relative units(percentages) rather than absolute units(pixels) will achieve better responsiveness regarding different screen resolutions.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highlight>
                  <a:schemeClr val="dk2"/>
                </a:highlight>
                <a:latin typeface="Roboto"/>
                <a:ea typeface="Roboto"/>
                <a:cs typeface="Roboto"/>
                <a:sym typeface="Roboto"/>
              </a:rPr>
              <a:t>OVERALL</a:t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UX and deck instructions were clear and concise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Had a lot of fun on this!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accent4"/>
              </a:solidFill>
              <a:highlight>
                <a:schemeClr val="dk2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57"/>
          <p:cNvSpPr txBox="1"/>
          <p:nvPr>
            <p:ph type="title"/>
          </p:nvPr>
        </p:nvSpPr>
        <p:spPr>
          <a:xfrm>
            <a:off x="0" y="0"/>
            <a:ext cx="4572000" cy="1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THOUGHTS</a:t>
            </a:r>
            <a:endParaRPr/>
          </a:p>
        </p:txBody>
      </p:sp>
      <p:pic>
        <p:nvPicPr>
          <p:cNvPr id="474" name="Google Shape;474;p57"/>
          <p:cNvPicPr preferRelativeResize="0"/>
          <p:nvPr/>
        </p:nvPicPr>
        <p:blipFill rotWithShape="1">
          <a:blip r:embed="rId3">
            <a:alphaModFix/>
          </a:blip>
          <a:srcRect b="0" l="2560" r="4329" t="0"/>
          <a:stretch/>
        </p:blipFill>
        <p:spPr>
          <a:xfrm>
            <a:off x="4571100" y="0"/>
            <a:ext cx="4572000" cy="49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8"/>
          <p:cNvSpPr txBox="1"/>
          <p:nvPr>
            <p:ph type="title"/>
          </p:nvPr>
        </p:nvSpPr>
        <p:spPr>
          <a:xfrm>
            <a:off x="0" y="0"/>
            <a:ext cx="4572000" cy="13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9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0"/>
          <p:cNvSpPr txBox="1"/>
          <p:nvPr>
            <p:ph idx="1" type="body"/>
          </p:nvPr>
        </p:nvSpPr>
        <p:spPr>
          <a:xfrm>
            <a:off x="0" y="1014200"/>
            <a:ext cx="5029800" cy="3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YOUR MISSION: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 A POP-UP TO SPEC (FIGMA → SHOPIFY)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BRIEF: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team wants a standard goodr pop-up for goodr.com built to spec. </a:t>
            </a:r>
            <a:r>
              <a:rPr b="1" lang="en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HERE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a Figma file with annotations and dev notes to guide you.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PLEASE FOLLOW THESE STEPS:</a:t>
            </a:r>
            <a:endParaRPr b="1" sz="11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 a Shopify theme component</a:t>
            </a:r>
            <a:r>
              <a:rPr lang="en" sz="1100">
                <a:solidFill>
                  <a:schemeClr val="dk1"/>
                </a:solidFill>
              </a:rPr>
              <a:t>: Create a reusable theme component (section/snippet) that could realistically be used. </a:t>
            </a:r>
            <a:r>
              <a:rPr i="1" lang="en" sz="1100">
                <a:solidFill>
                  <a:schemeClr val="dk1"/>
                </a:solidFill>
              </a:rPr>
              <a:t>You do not need access to a live Shopify environment to complete this task. </a:t>
            </a:r>
            <a:endParaRPr i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 required pop-up functionality: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Display logic</a:t>
            </a:r>
            <a:r>
              <a:rPr lang="en" sz="1100">
                <a:solidFill>
                  <a:schemeClr val="dk1"/>
                </a:solidFill>
              </a:rPr>
              <a:t> (configurable trigger; persisted dismiss state)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UX behavior </a:t>
            </a:r>
            <a:r>
              <a:rPr lang="en" sz="1100">
                <a:solidFill>
                  <a:schemeClr val="dk1"/>
                </a:solidFill>
              </a:rPr>
              <a:t>(spec-accurate; accessible; responsive)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Implementation quality </a:t>
            </a:r>
            <a:r>
              <a:rPr lang="en" sz="1100">
                <a:solidFill>
                  <a:schemeClr val="dk1"/>
                </a:solidFill>
              </a:rPr>
              <a:t>(no CLS; scoped CSS/JS; prod-safe)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Integration stub </a:t>
            </a:r>
            <a:r>
              <a:rPr lang="en" sz="1100">
                <a:solidFill>
                  <a:schemeClr val="dk1"/>
                </a:solidFill>
              </a:rPr>
              <a:t>(email validation; event logging; show where a real integration would live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DELIVERABLES (Please submit your build/file in a GitHub repository):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Working build: </a:t>
            </a:r>
            <a:r>
              <a:rPr lang="en" sz="1100">
                <a:solidFill>
                  <a:schemeClr val="dk1"/>
                </a:solidFill>
              </a:rPr>
              <a:t>Realistic code that could be dropped into a Shopify theme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README file (1 page max): </a:t>
            </a:r>
            <a:r>
              <a:rPr lang="en" sz="1100">
                <a:solidFill>
                  <a:schemeClr val="dk1"/>
                </a:solidFill>
              </a:rPr>
              <a:t>how to install/enable the pop-up, key assumptions/tradeoffs, what you’d improve with more time.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 prepared to demo: </a:t>
            </a:r>
            <a:r>
              <a:rPr lang="en" sz="1100">
                <a:solidFill>
                  <a:schemeClr val="dk1"/>
                </a:solidFill>
              </a:rPr>
              <a:t>Walk us through your code, decisions, and behavior!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90" name="Google Shape;490;p60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44660"/>
                </a:solidFill>
              </a:rPr>
              <a:t>ONE</a:t>
            </a:r>
            <a:endParaRPr>
              <a:solidFill>
                <a:srgbClr val="144660"/>
              </a:solidFill>
            </a:endParaRPr>
          </a:p>
        </p:txBody>
      </p:sp>
      <p:pic>
        <p:nvPicPr>
          <p:cNvPr id="491" name="Google Shape;491;p60"/>
          <p:cNvPicPr preferRelativeResize="0"/>
          <p:nvPr/>
        </p:nvPicPr>
        <p:blipFill rotWithShape="1">
          <a:blip r:embed="rId4">
            <a:alphaModFix/>
          </a:blip>
          <a:srcRect b="0" l="1908" r="4981" t="0"/>
          <a:stretch/>
        </p:blipFill>
        <p:spPr>
          <a:xfrm>
            <a:off x="4572000" y="0"/>
            <a:ext cx="4572001" cy="49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1"/>
          <p:cNvSpPr txBox="1"/>
          <p:nvPr>
            <p:ph type="title"/>
          </p:nvPr>
        </p:nvSpPr>
        <p:spPr>
          <a:xfrm>
            <a:off x="0" y="457200"/>
            <a:ext cx="9144000" cy="29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TWO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2"/>
          <p:cNvSpPr txBox="1"/>
          <p:nvPr>
            <p:ph idx="1" type="body"/>
          </p:nvPr>
        </p:nvSpPr>
        <p:spPr>
          <a:xfrm>
            <a:off x="0" y="1024550"/>
            <a:ext cx="4922100" cy="3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YOUR MISSION: </a:t>
            </a:r>
            <a:r>
              <a:rPr b="1" i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 A SAFE RELEASE &amp; COLLABORATION PLAN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4466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BRIEF: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pop-up needs to ship ahead of a launch.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are the first developer fully embedded in the E-Commerce team, partnering closely with Creative and a centralized Systems/Engineering team with some other developers (front-end and back-end). 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4466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PLEASE FOLLOW THESE STEPS: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a deployment + safety plan that covers: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chemeClr val="dk1"/>
                </a:solidFill>
              </a:rPr>
              <a:t>Testing &amp; validation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chemeClr val="dk1"/>
                </a:solidFill>
              </a:rPr>
              <a:t>Release strategy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chemeClr val="dk1"/>
                </a:solidFill>
              </a:rPr>
              <a:t>Rollback plan (disable/revert if something breaks)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chemeClr val="dk1"/>
                </a:solidFill>
              </a:rPr>
              <a:t>Communication &amp; documentation (what you share, with what teams, and how detailed)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Include how you’d use version control (branching. PR,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reviews)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DELIVERABLE </a:t>
            </a:r>
            <a:r>
              <a:rPr b="1" lang="en" sz="1100">
                <a:solidFill>
                  <a:srgbClr val="144660"/>
                </a:solidFill>
                <a:latin typeface="Roboto"/>
                <a:ea typeface="Roboto"/>
                <a:cs typeface="Roboto"/>
                <a:sym typeface="Roboto"/>
              </a:rPr>
              <a:t>(Please submit in the same GitHub repository as Task One):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Short written plan (3-5 slides): </a:t>
            </a:r>
            <a:r>
              <a:rPr lang="en" sz="1100">
                <a:solidFill>
                  <a:schemeClr val="dk1"/>
                </a:solidFill>
              </a:rPr>
              <a:t>Outline how you would test, release, and communicate this change. 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2" name="Google Shape;502;p62"/>
          <p:cNvSpPr txBox="1"/>
          <p:nvPr>
            <p:ph type="title"/>
          </p:nvPr>
        </p:nvSpPr>
        <p:spPr>
          <a:xfrm>
            <a:off x="0" y="0"/>
            <a:ext cx="4572000" cy="11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44660"/>
                </a:solidFill>
              </a:rPr>
              <a:t>TWO</a:t>
            </a:r>
            <a:endParaRPr>
              <a:solidFill>
                <a:srgbClr val="144660"/>
              </a:solidFill>
            </a:endParaRPr>
          </a:p>
        </p:txBody>
      </p:sp>
      <p:pic>
        <p:nvPicPr>
          <p:cNvPr id="503" name="Google Shape;503;p62"/>
          <p:cNvPicPr preferRelativeResize="0"/>
          <p:nvPr/>
        </p:nvPicPr>
        <p:blipFill rotWithShape="1">
          <a:blip r:embed="rId3">
            <a:alphaModFix/>
          </a:blip>
          <a:srcRect b="0" l="1908" r="4981" t="0"/>
          <a:stretch/>
        </p:blipFill>
        <p:spPr>
          <a:xfrm>
            <a:off x="4572000" y="0"/>
            <a:ext cx="4572001" cy="49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oodr Main Template MASTER OFFICIAL*">
  <a:themeElements>
    <a:clrScheme name="Simple Light">
      <a:dk1>
        <a:srgbClr val="E86384"/>
      </a:dk1>
      <a:lt1>
        <a:srgbClr val="10435E"/>
      </a:lt1>
      <a:dk2>
        <a:srgbClr val="4EC0B2"/>
      </a:dk2>
      <a:lt2>
        <a:srgbClr val="F2E91B"/>
      </a:lt2>
      <a:accent1>
        <a:srgbClr val="E86384"/>
      </a:accent1>
      <a:accent2>
        <a:srgbClr val="10435E"/>
      </a:accent2>
      <a:accent3>
        <a:srgbClr val="F2E91B"/>
      </a:accent3>
      <a:accent4>
        <a:srgbClr val="FFFFFF"/>
      </a:accent4>
      <a:accent5>
        <a:srgbClr val="E86384"/>
      </a:accent5>
      <a:accent6>
        <a:srgbClr val="10435E"/>
      </a:accent6>
      <a:hlink>
        <a:srgbClr val="4EC0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